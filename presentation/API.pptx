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5" d="100"/>
          <a:sy n="135" d="100"/>
        </p:scale>
        <p:origin x="255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E49815-25AD-446C-A8C4-77E48E4F49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B5345E-8C09-4EDE-8278-B2FE826A9A34}">
      <dgm:prSet/>
      <dgm:spPr/>
      <dgm:t>
        <a:bodyPr/>
        <a:lstStyle/>
        <a:p>
          <a:r>
            <a:rPr lang="en-US" dirty="0" err="1"/>
            <a:t>Categorias</a:t>
          </a:r>
          <a:r>
            <a:rPr lang="en-US" dirty="0"/>
            <a:t> - </a:t>
          </a:r>
          <a:r>
            <a:rPr lang="en-US" dirty="0" err="1"/>
            <a:t>Tipos</a:t>
          </a:r>
          <a:r>
            <a:rPr lang="en-US" dirty="0"/>
            <a:t> de </a:t>
          </a:r>
          <a:r>
            <a:rPr lang="en-US" dirty="0" err="1"/>
            <a:t>veículos</a:t>
          </a:r>
          <a:endParaRPr lang="en-US" dirty="0"/>
        </a:p>
      </dgm:t>
    </dgm:pt>
    <dgm:pt modelId="{976E5774-18D7-48EA-B86A-33906DB45DAA}" type="parTrans" cxnId="{28926F39-782B-4BA5-96BA-20391FF6B9CF}">
      <dgm:prSet/>
      <dgm:spPr/>
      <dgm:t>
        <a:bodyPr/>
        <a:lstStyle/>
        <a:p>
          <a:endParaRPr lang="en-US"/>
        </a:p>
      </dgm:t>
    </dgm:pt>
    <dgm:pt modelId="{ED8100C4-3EA0-45B1-B166-ECC7851FC4C7}" type="sibTrans" cxnId="{28926F39-782B-4BA5-96BA-20391FF6B9CF}">
      <dgm:prSet/>
      <dgm:spPr/>
      <dgm:t>
        <a:bodyPr/>
        <a:lstStyle/>
        <a:p>
          <a:endParaRPr lang="en-US"/>
        </a:p>
      </dgm:t>
    </dgm:pt>
    <dgm:pt modelId="{15868C36-C7B2-4D3B-B6F4-C187ACBACA79}">
      <dgm:prSet/>
      <dgm:spPr/>
      <dgm:t>
        <a:bodyPr/>
        <a:lstStyle/>
        <a:p>
          <a:r>
            <a:rPr lang="en-US" dirty="0" err="1"/>
            <a:t>Veículos</a:t>
          </a:r>
          <a:r>
            <a:rPr lang="en-US" dirty="0"/>
            <a:t> - Frota completa com 30 </a:t>
          </a:r>
          <a:r>
            <a:rPr lang="en-US" dirty="0" err="1"/>
            <a:t>marcas</a:t>
          </a:r>
          <a:r>
            <a:rPr lang="en-US" dirty="0"/>
            <a:t> </a:t>
          </a:r>
          <a:r>
            <a:rPr lang="en-US" dirty="0" err="1"/>
            <a:t>disponíveis</a:t>
          </a:r>
          <a:endParaRPr lang="en-US" dirty="0"/>
        </a:p>
      </dgm:t>
    </dgm:pt>
    <dgm:pt modelId="{E38794E7-499D-4D65-96B9-78F7335B878B}" type="parTrans" cxnId="{9CD89698-0F33-4514-860B-0392BC137CBD}">
      <dgm:prSet/>
      <dgm:spPr/>
      <dgm:t>
        <a:bodyPr/>
        <a:lstStyle/>
        <a:p>
          <a:endParaRPr lang="en-US"/>
        </a:p>
      </dgm:t>
    </dgm:pt>
    <dgm:pt modelId="{67F7A407-6021-490F-B862-92A3BF4CFB3B}" type="sibTrans" cxnId="{9CD89698-0F33-4514-860B-0392BC137CBD}">
      <dgm:prSet/>
      <dgm:spPr/>
      <dgm:t>
        <a:bodyPr/>
        <a:lstStyle/>
        <a:p>
          <a:endParaRPr lang="en-US"/>
        </a:p>
      </dgm:t>
    </dgm:pt>
    <dgm:pt modelId="{A5178C4C-153F-4A35-A6F0-A733F9D40AED}">
      <dgm:prSet/>
      <dgm:spPr/>
      <dgm:t>
        <a:bodyPr/>
        <a:lstStyle/>
        <a:p>
          <a:r>
            <a:rPr lang="en-US" dirty="0" err="1"/>
            <a:t>Clientes</a:t>
          </a:r>
          <a:r>
            <a:rPr lang="en-US" dirty="0"/>
            <a:t> - Dados </a:t>
          </a:r>
          <a:r>
            <a:rPr lang="en-US" dirty="0" err="1"/>
            <a:t>pessoais</a:t>
          </a:r>
          <a:r>
            <a:rPr lang="en-US" dirty="0"/>
            <a:t> com </a:t>
          </a:r>
          <a:r>
            <a:rPr lang="en-US" dirty="0" err="1"/>
            <a:t>validação</a:t>
          </a:r>
          <a:r>
            <a:rPr lang="en-US" dirty="0"/>
            <a:t> de NIF</a:t>
          </a:r>
        </a:p>
      </dgm:t>
    </dgm:pt>
    <dgm:pt modelId="{E188B7FF-C357-41E2-892E-9D4A827DA63D}" type="parTrans" cxnId="{FF4E9010-A2CE-4A88-9C40-56EA4227ED0F}">
      <dgm:prSet/>
      <dgm:spPr/>
      <dgm:t>
        <a:bodyPr/>
        <a:lstStyle/>
        <a:p>
          <a:endParaRPr lang="en-US"/>
        </a:p>
      </dgm:t>
    </dgm:pt>
    <dgm:pt modelId="{70FBE104-5DA7-401B-9E0D-2C7C635824FB}" type="sibTrans" cxnId="{FF4E9010-A2CE-4A88-9C40-56EA4227ED0F}">
      <dgm:prSet/>
      <dgm:spPr/>
      <dgm:t>
        <a:bodyPr/>
        <a:lstStyle/>
        <a:p>
          <a:endParaRPr lang="en-US"/>
        </a:p>
      </dgm:t>
    </dgm:pt>
    <dgm:pt modelId="{71092636-18CA-4034-A340-B4DBE39651B4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Funcionários</a:t>
          </a:r>
          <a:r>
            <a:rPr lang="en-US" dirty="0"/>
            <a:t> - </a:t>
          </a:r>
          <a:r>
            <a:rPr lang="en-US" dirty="0" err="1"/>
            <a:t>Equipa</a:t>
          </a:r>
          <a:r>
            <a:rPr lang="en-US" dirty="0"/>
            <a:t> da </a:t>
          </a:r>
          <a:r>
            <a:rPr lang="en-US" dirty="0" err="1"/>
            <a:t>empresa</a:t>
          </a:r>
          <a:endParaRPr lang="en-US" dirty="0"/>
        </a:p>
      </dgm:t>
    </dgm:pt>
    <dgm:pt modelId="{E24F8902-904E-4EC0-8023-A8BE16E879F8}" type="parTrans" cxnId="{7BA28EB8-C1BA-4DA4-9E7D-13BE30ED667F}">
      <dgm:prSet/>
      <dgm:spPr/>
      <dgm:t>
        <a:bodyPr/>
        <a:lstStyle/>
        <a:p>
          <a:endParaRPr lang="en-US"/>
        </a:p>
      </dgm:t>
    </dgm:pt>
    <dgm:pt modelId="{688D1E8A-081E-4AF8-8DFD-98BF186A5F79}" type="sibTrans" cxnId="{7BA28EB8-C1BA-4DA4-9E7D-13BE30ED667F}">
      <dgm:prSet/>
      <dgm:spPr/>
      <dgm:t>
        <a:bodyPr/>
        <a:lstStyle/>
        <a:p>
          <a:endParaRPr lang="en-US"/>
        </a:p>
      </dgm:t>
    </dgm:pt>
    <dgm:pt modelId="{6727B551-A803-489C-99E2-C5B68ECC9B81}">
      <dgm:prSet/>
      <dgm:spPr/>
      <dgm:t>
        <a:bodyPr/>
        <a:lstStyle/>
        <a:p>
          <a:r>
            <a:rPr lang="en-US" dirty="0" err="1"/>
            <a:t>Reservas</a:t>
          </a:r>
          <a:r>
            <a:rPr lang="en-US" dirty="0"/>
            <a:t> - </a:t>
          </a:r>
          <a:r>
            <a:rPr lang="en-US" dirty="0" err="1"/>
            <a:t>Gestão</a:t>
          </a:r>
          <a:r>
            <a:rPr lang="en-US" dirty="0"/>
            <a:t> de </a:t>
          </a:r>
          <a:r>
            <a:rPr lang="en-US" dirty="0" err="1"/>
            <a:t>alugueres</a:t>
          </a:r>
          <a:r>
            <a:rPr lang="en-US" dirty="0"/>
            <a:t> com </a:t>
          </a:r>
          <a:r>
            <a:rPr lang="en-US" dirty="0" err="1"/>
            <a:t>controlo</a:t>
          </a:r>
          <a:r>
            <a:rPr lang="en-US" dirty="0"/>
            <a:t> de </a:t>
          </a:r>
          <a:r>
            <a:rPr lang="en-US" dirty="0" err="1"/>
            <a:t>estados</a:t>
          </a:r>
          <a:endParaRPr lang="en-US" dirty="0"/>
        </a:p>
      </dgm:t>
    </dgm:pt>
    <dgm:pt modelId="{C037AF81-E543-4E59-93DD-DE0FD2A169AB}" type="parTrans" cxnId="{073EA63F-7A24-4BED-9DDC-5E0005F731F1}">
      <dgm:prSet/>
      <dgm:spPr/>
      <dgm:t>
        <a:bodyPr/>
        <a:lstStyle/>
        <a:p>
          <a:endParaRPr lang="en-US"/>
        </a:p>
      </dgm:t>
    </dgm:pt>
    <dgm:pt modelId="{2082A4F7-BF0A-4B16-8F30-72C81C543999}" type="sibTrans" cxnId="{073EA63F-7A24-4BED-9DDC-5E0005F731F1}">
      <dgm:prSet/>
      <dgm:spPr/>
      <dgm:t>
        <a:bodyPr/>
        <a:lstStyle/>
        <a:p>
          <a:endParaRPr lang="en-US"/>
        </a:p>
      </dgm:t>
    </dgm:pt>
    <dgm:pt modelId="{86D217C2-8713-4424-85FC-CCAA8B0E2059}">
      <dgm:prSet/>
      <dgm:spPr/>
      <dgm:t>
        <a:bodyPr/>
        <a:lstStyle/>
        <a:p>
          <a:r>
            <a:rPr lang="en-US" dirty="0" err="1"/>
            <a:t>Manutenções</a:t>
          </a:r>
          <a:r>
            <a:rPr lang="en-US" dirty="0"/>
            <a:t> - Histórico </a:t>
          </a:r>
          <a:r>
            <a:rPr lang="en-US" dirty="0" err="1"/>
            <a:t>completo</a:t>
          </a:r>
          <a:r>
            <a:rPr lang="en-US" dirty="0"/>
            <a:t> de </a:t>
          </a:r>
          <a:r>
            <a:rPr lang="en-US" dirty="0" err="1"/>
            <a:t>intervenções</a:t>
          </a:r>
          <a:endParaRPr lang="en-US" dirty="0"/>
        </a:p>
      </dgm:t>
    </dgm:pt>
    <dgm:pt modelId="{5FF7D1E7-7257-4A41-A9B5-FB9FFFA0AF2C}" type="parTrans" cxnId="{1AF2339F-9CA0-4703-B76B-E3156053A9A0}">
      <dgm:prSet/>
      <dgm:spPr/>
      <dgm:t>
        <a:bodyPr/>
        <a:lstStyle/>
        <a:p>
          <a:endParaRPr lang="en-US"/>
        </a:p>
      </dgm:t>
    </dgm:pt>
    <dgm:pt modelId="{E5FBCE6D-4A05-4AE9-82AB-2B4907C09547}" type="sibTrans" cxnId="{1AF2339F-9CA0-4703-B76B-E3156053A9A0}">
      <dgm:prSet/>
      <dgm:spPr/>
      <dgm:t>
        <a:bodyPr/>
        <a:lstStyle/>
        <a:p>
          <a:endParaRPr lang="en-US"/>
        </a:p>
      </dgm:t>
    </dgm:pt>
    <dgm:pt modelId="{16C43DE8-9EA0-4633-A83A-ACAC543BFE09}">
      <dgm:prSet/>
      <dgm:spPr/>
      <dgm:t>
        <a:bodyPr/>
        <a:lstStyle/>
        <a:p>
          <a:r>
            <a:rPr lang="en-US" dirty="0" err="1"/>
            <a:t>Clientes_Favoritos</a:t>
          </a:r>
          <a:r>
            <a:rPr lang="en-US" dirty="0"/>
            <a:t> - </a:t>
          </a:r>
          <a:r>
            <a:rPr lang="en-US" dirty="0" err="1"/>
            <a:t>Relação</a:t>
          </a:r>
          <a:r>
            <a:rPr lang="en-US" dirty="0"/>
            <a:t> Many-to-Many (</a:t>
          </a:r>
          <a:r>
            <a:rPr lang="en-US" dirty="0" err="1"/>
            <a:t>Cliente</a:t>
          </a:r>
          <a:r>
            <a:rPr lang="en-US" dirty="0"/>
            <a:t> ↔ </a:t>
          </a:r>
          <a:r>
            <a:rPr lang="en-US" dirty="0" err="1"/>
            <a:t>Veículo</a:t>
          </a:r>
          <a:r>
            <a:rPr lang="en-US" dirty="0"/>
            <a:t>)</a:t>
          </a:r>
        </a:p>
      </dgm:t>
    </dgm:pt>
    <dgm:pt modelId="{229D129D-6028-4B53-867D-BC730D18CA91}" type="parTrans" cxnId="{D5950567-5D3C-4900-B0CF-A3179F3FFA6E}">
      <dgm:prSet/>
      <dgm:spPr/>
      <dgm:t>
        <a:bodyPr/>
        <a:lstStyle/>
        <a:p>
          <a:endParaRPr lang="en-US"/>
        </a:p>
      </dgm:t>
    </dgm:pt>
    <dgm:pt modelId="{84507FE2-C361-4D00-A8B2-3235C3F9A480}" type="sibTrans" cxnId="{D5950567-5D3C-4900-B0CF-A3179F3FFA6E}">
      <dgm:prSet/>
      <dgm:spPr/>
      <dgm:t>
        <a:bodyPr/>
        <a:lstStyle/>
        <a:p>
          <a:endParaRPr lang="en-US"/>
        </a:p>
      </dgm:t>
    </dgm:pt>
    <dgm:pt modelId="{4CDED05A-FF6C-464B-A07A-ABAF87BFD878}" type="pres">
      <dgm:prSet presAssocID="{B0E49815-25AD-446C-A8C4-77E48E4F4915}" presName="root" presStyleCnt="0">
        <dgm:presLayoutVars>
          <dgm:dir/>
          <dgm:resizeHandles val="exact"/>
        </dgm:presLayoutVars>
      </dgm:prSet>
      <dgm:spPr/>
    </dgm:pt>
    <dgm:pt modelId="{1283FE87-7989-4FFC-B3ED-8A93D9C46509}" type="pres">
      <dgm:prSet presAssocID="{29B5345E-8C09-4EDE-8278-B2FE826A9A34}" presName="compNode" presStyleCnt="0"/>
      <dgm:spPr/>
    </dgm:pt>
    <dgm:pt modelId="{D74B11DB-DA9B-4F1E-9CEA-2F0B624B1229}" type="pres">
      <dgm:prSet presAssocID="{29B5345E-8C09-4EDE-8278-B2FE826A9A34}" presName="bgRect" presStyleLbl="bgShp" presStyleIdx="0" presStyleCnt="7"/>
      <dgm:spPr/>
    </dgm:pt>
    <dgm:pt modelId="{F86A6E0E-2AEC-4863-813D-39150F14DCAA}" type="pres">
      <dgm:prSet presAssocID="{29B5345E-8C09-4EDE-8278-B2FE826A9A3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2DA19735-5FE0-4934-977B-4C1910DF6012}" type="pres">
      <dgm:prSet presAssocID="{29B5345E-8C09-4EDE-8278-B2FE826A9A34}" presName="spaceRect" presStyleCnt="0"/>
      <dgm:spPr/>
    </dgm:pt>
    <dgm:pt modelId="{E4052156-CE00-4279-A895-B32FBDDAF53F}" type="pres">
      <dgm:prSet presAssocID="{29B5345E-8C09-4EDE-8278-B2FE826A9A34}" presName="parTx" presStyleLbl="revTx" presStyleIdx="0" presStyleCnt="7">
        <dgm:presLayoutVars>
          <dgm:chMax val="0"/>
          <dgm:chPref val="0"/>
        </dgm:presLayoutVars>
      </dgm:prSet>
      <dgm:spPr/>
    </dgm:pt>
    <dgm:pt modelId="{7624C6C5-3192-4360-AF43-A0919B9F06E0}" type="pres">
      <dgm:prSet presAssocID="{ED8100C4-3EA0-45B1-B166-ECC7851FC4C7}" presName="sibTrans" presStyleCnt="0"/>
      <dgm:spPr/>
    </dgm:pt>
    <dgm:pt modelId="{ACB91EB0-9A24-4FBF-BE6F-F7BBF03163B5}" type="pres">
      <dgm:prSet presAssocID="{15868C36-C7B2-4D3B-B6F4-C187ACBACA79}" presName="compNode" presStyleCnt="0"/>
      <dgm:spPr/>
    </dgm:pt>
    <dgm:pt modelId="{EC6574FA-E989-480A-BB24-984E0580D4CD}" type="pres">
      <dgm:prSet presAssocID="{15868C36-C7B2-4D3B-B6F4-C187ACBACA79}" presName="bgRect" presStyleLbl="bgShp" presStyleIdx="1" presStyleCnt="7"/>
      <dgm:spPr/>
    </dgm:pt>
    <dgm:pt modelId="{47B9E5CC-E252-47D1-B9DF-4A4F26EE5177}" type="pres">
      <dgm:prSet presAssocID="{15868C36-C7B2-4D3B-B6F4-C187ACBACA7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"/>
        </a:ext>
      </dgm:extLst>
    </dgm:pt>
    <dgm:pt modelId="{9D6C2FAE-35D3-424F-B8A8-58576104AC27}" type="pres">
      <dgm:prSet presAssocID="{15868C36-C7B2-4D3B-B6F4-C187ACBACA79}" presName="spaceRect" presStyleCnt="0"/>
      <dgm:spPr/>
    </dgm:pt>
    <dgm:pt modelId="{B5E14B66-10E9-4672-A49D-CCE89C3D7F54}" type="pres">
      <dgm:prSet presAssocID="{15868C36-C7B2-4D3B-B6F4-C187ACBACA79}" presName="parTx" presStyleLbl="revTx" presStyleIdx="1" presStyleCnt="7">
        <dgm:presLayoutVars>
          <dgm:chMax val="0"/>
          <dgm:chPref val="0"/>
        </dgm:presLayoutVars>
      </dgm:prSet>
      <dgm:spPr/>
    </dgm:pt>
    <dgm:pt modelId="{33E97875-F6C1-4BCE-8019-FBFD37C3C20E}" type="pres">
      <dgm:prSet presAssocID="{67F7A407-6021-490F-B862-92A3BF4CFB3B}" presName="sibTrans" presStyleCnt="0"/>
      <dgm:spPr/>
    </dgm:pt>
    <dgm:pt modelId="{F86341BD-81C9-4A7A-B112-42F0340188DE}" type="pres">
      <dgm:prSet presAssocID="{A5178C4C-153F-4A35-A6F0-A733F9D40AED}" presName="compNode" presStyleCnt="0"/>
      <dgm:spPr/>
    </dgm:pt>
    <dgm:pt modelId="{BBF7C123-9022-493E-894A-D7C3A84E9648}" type="pres">
      <dgm:prSet presAssocID="{A5178C4C-153F-4A35-A6F0-A733F9D40AED}" presName="bgRect" presStyleLbl="bgShp" presStyleIdx="2" presStyleCnt="7"/>
      <dgm:spPr/>
    </dgm:pt>
    <dgm:pt modelId="{93983085-23C8-49C8-8F9D-B23ED7D652DC}" type="pres">
      <dgm:prSet presAssocID="{A5178C4C-153F-4A35-A6F0-A733F9D40AE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68E4C661-4E8B-4B49-BA99-4FE8021047AB}" type="pres">
      <dgm:prSet presAssocID="{A5178C4C-153F-4A35-A6F0-A733F9D40AED}" presName="spaceRect" presStyleCnt="0"/>
      <dgm:spPr/>
    </dgm:pt>
    <dgm:pt modelId="{20FFE27C-9E1F-484A-990F-A20CCC9D93D5}" type="pres">
      <dgm:prSet presAssocID="{A5178C4C-153F-4A35-A6F0-A733F9D40AED}" presName="parTx" presStyleLbl="revTx" presStyleIdx="2" presStyleCnt="7">
        <dgm:presLayoutVars>
          <dgm:chMax val="0"/>
          <dgm:chPref val="0"/>
        </dgm:presLayoutVars>
      </dgm:prSet>
      <dgm:spPr/>
    </dgm:pt>
    <dgm:pt modelId="{F4E10CD8-9787-4F97-91C5-9CB85CF1A08B}" type="pres">
      <dgm:prSet presAssocID="{70FBE104-5DA7-401B-9E0D-2C7C635824FB}" presName="sibTrans" presStyleCnt="0"/>
      <dgm:spPr/>
    </dgm:pt>
    <dgm:pt modelId="{9CA9EC51-EA19-4410-9B2F-BE09338AC7F3}" type="pres">
      <dgm:prSet presAssocID="{71092636-18CA-4034-A340-B4DBE39651B4}" presName="compNode" presStyleCnt="0"/>
      <dgm:spPr/>
    </dgm:pt>
    <dgm:pt modelId="{3C6504DA-CF3F-47F0-92B0-AA8C309FDE96}" type="pres">
      <dgm:prSet presAssocID="{71092636-18CA-4034-A340-B4DBE39651B4}" presName="bgRect" presStyleLbl="bgShp" presStyleIdx="3" presStyleCnt="7"/>
      <dgm:spPr/>
    </dgm:pt>
    <dgm:pt modelId="{124CAED0-0FF9-4C9E-A1EE-B8CF4BB86CA8}" type="pres">
      <dgm:prSet presAssocID="{71092636-18CA-4034-A340-B4DBE39651B4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zadores"/>
        </a:ext>
      </dgm:extLst>
    </dgm:pt>
    <dgm:pt modelId="{1C2E656D-F921-45F8-950D-B040E0974BE7}" type="pres">
      <dgm:prSet presAssocID="{71092636-18CA-4034-A340-B4DBE39651B4}" presName="spaceRect" presStyleCnt="0"/>
      <dgm:spPr/>
    </dgm:pt>
    <dgm:pt modelId="{88417C56-D703-4DFB-9DC8-B94DC6E04208}" type="pres">
      <dgm:prSet presAssocID="{71092636-18CA-4034-A340-B4DBE39651B4}" presName="parTx" presStyleLbl="revTx" presStyleIdx="3" presStyleCnt="7">
        <dgm:presLayoutVars>
          <dgm:chMax val="0"/>
          <dgm:chPref val="0"/>
        </dgm:presLayoutVars>
      </dgm:prSet>
      <dgm:spPr/>
    </dgm:pt>
    <dgm:pt modelId="{C295E130-1ED0-4F94-9EFF-00EC3713B631}" type="pres">
      <dgm:prSet presAssocID="{688D1E8A-081E-4AF8-8DFD-98BF186A5F79}" presName="sibTrans" presStyleCnt="0"/>
      <dgm:spPr/>
    </dgm:pt>
    <dgm:pt modelId="{B51B927E-8F35-453B-AEF0-26F478D4C4EE}" type="pres">
      <dgm:prSet presAssocID="{6727B551-A803-489C-99E2-C5B68ECC9B81}" presName="compNode" presStyleCnt="0"/>
      <dgm:spPr/>
    </dgm:pt>
    <dgm:pt modelId="{9730463F-9FC7-4E81-9F06-439E7908E289}" type="pres">
      <dgm:prSet presAssocID="{6727B551-A803-489C-99E2-C5B68ECC9B81}" presName="bgRect" presStyleLbl="bgShp" presStyleIdx="4" presStyleCnt="7"/>
      <dgm:spPr/>
    </dgm:pt>
    <dgm:pt modelId="{FE94A43C-322E-4294-911C-7AAF60ED39EB}" type="pres">
      <dgm:prSet presAssocID="{6727B551-A803-489C-99E2-C5B68ECC9B8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a"/>
        </a:ext>
      </dgm:extLst>
    </dgm:pt>
    <dgm:pt modelId="{ED96A285-D4BD-4B0A-A1A6-32981915BF77}" type="pres">
      <dgm:prSet presAssocID="{6727B551-A803-489C-99E2-C5B68ECC9B81}" presName="spaceRect" presStyleCnt="0"/>
      <dgm:spPr/>
    </dgm:pt>
    <dgm:pt modelId="{5B6B28EC-C398-4FD2-A383-77ECC23BEB23}" type="pres">
      <dgm:prSet presAssocID="{6727B551-A803-489C-99E2-C5B68ECC9B81}" presName="parTx" presStyleLbl="revTx" presStyleIdx="4" presStyleCnt="7">
        <dgm:presLayoutVars>
          <dgm:chMax val="0"/>
          <dgm:chPref val="0"/>
        </dgm:presLayoutVars>
      </dgm:prSet>
      <dgm:spPr/>
    </dgm:pt>
    <dgm:pt modelId="{7826E219-2F2F-4433-9102-5FBF4B48177C}" type="pres">
      <dgm:prSet presAssocID="{2082A4F7-BF0A-4B16-8F30-72C81C543999}" presName="sibTrans" presStyleCnt="0"/>
      <dgm:spPr/>
    </dgm:pt>
    <dgm:pt modelId="{F799C4DA-A3F1-4E08-B5C2-CD511565C56A}" type="pres">
      <dgm:prSet presAssocID="{86D217C2-8713-4424-85FC-CCAA8B0E2059}" presName="compNode" presStyleCnt="0"/>
      <dgm:spPr/>
    </dgm:pt>
    <dgm:pt modelId="{AEA13EC3-C2CB-42CD-8949-8A5DC265B5B4}" type="pres">
      <dgm:prSet presAssocID="{86D217C2-8713-4424-85FC-CCAA8B0E2059}" presName="bgRect" presStyleLbl="bgShp" presStyleIdx="5" presStyleCnt="7"/>
      <dgm:spPr/>
    </dgm:pt>
    <dgm:pt modelId="{4255CE5A-C2DC-4BF9-991C-39D0D42A0A4D}" type="pres">
      <dgm:prSet presAssocID="{86D217C2-8713-4424-85FC-CCAA8B0E205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9BB437B3-0B5D-4229-85C6-73D56615922C}" type="pres">
      <dgm:prSet presAssocID="{86D217C2-8713-4424-85FC-CCAA8B0E2059}" presName="spaceRect" presStyleCnt="0"/>
      <dgm:spPr/>
    </dgm:pt>
    <dgm:pt modelId="{7401849F-E952-4BC0-9607-BAEF02548D0A}" type="pres">
      <dgm:prSet presAssocID="{86D217C2-8713-4424-85FC-CCAA8B0E2059}" presName="parTx" presStyleLbl="revTx" presStyleIdx="5" presStyleCnt="7">
        <dgm:presLayoutVars>
          <dgm:chMax val="0"/>
          <dgm:chPref val="0"/>
        </dgm:presLayoutVars>
      </dgm:prSet>
      <dgm:spPr/>
    </dgm:pt>
    <dgm:pt modelId="{F866241B-CF4D-4C76-A45C-0D9EA208D261}" type="pres">
      <dgm:prSet presAssocID="{E5FBCE6D-4A05-4AE9-82AB-2B4907C09547}" presName="sibTrans" presStyleCnt="0"/>
      <dgm:spPr/>
    </dgm:pt>
    <dgm:pt modelId="{E31EC0CA-EF85-48AB-8B77-3FD51DD59010}" type="pres">
      <dgm:prSet presAssocID="{16C43DE8-9EA0-4633-A83A-ACAC543BFE09}" presName="compNode" presStyleCnt="0"/>
      <dgm:spPr/>
    </dgm:pt>
    <dgm:pt modelId="{BD832B8D-123C-4CE9-B94C-B82A2B159DE8}" type="pres">
      <dgm:prSet presAssocID="{16C43DE8-9EA0-4633-A83A-ACAC543BFE09}" presName="bgRect" presStyleLbl="bgShp" presStyleIdx="6" presStyleCnt="7"/>
      <dgm:spPr/>
    </dgm:pt>
    <dgm:pt modelId="{76DAA3ED-5795-46E4-8395-C486426B2757}" type="pres">
      <dgm:prSet presAssocID="{16C43DE8-9EA0-4633-A83A-ACAC543BFE0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5B1A8DB5-F6B1-4F95-B9E0-3A24FABDB0CF}" type="pres">
      <dgm:prSet presAssocID="{16C43DE8-9EA0-4633-A83A-ACAC543BFE09}" presName="spaceRect" presStyleCnt="0"/>
      <dgm:spPr/>
    </dgm:pt>
    <dgm:pt modelId="{BE87BD85-BE2A-4A68-A866-0D693CCF1FB2}" type="pres">
      <dgm:prSet presAssocID="{16C43DE8-9EA0-4633-A83A-ACAC543BFE09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F4E9010-A2CE-4A88-9C40-56EA4227ED0F}" srcId="{B0E49815-25AD-446C-A8C4-77E48E4F4915}" destId="{A5178C4C-153F-4A35-A6F0-A733F9D40AED}" srcOrd="2" destOrd="0" parTransId="{E188B7FF-C357-41E2-892E-9D4A827DA63D}" sibTransId="{70FBE104-5DA7-401B-9E0D-2C7C635824FB}"/>
    <dgm:cxn modelId="{70052423-C900-49EF-877C-623F21B72781}" type="presOf" srcId="{86D217C2-8713-4424-85FC-CCAA8B0E2059}" destId="{7401849F-E952-4BC0-9607-BAEF02548D0A}" srcOrd="0" destOrd="0" presId="urn:microsoft.com/office/officeart/2018/2/layout/IconVerticalSolidList"/>
    <dgm:cxn modelId="{351FDC34-180F-4585-8FD5-71B6BA348BF9}" type="presOf" srcId="{6727B551-A803-489C-99E2-C5B68ECC9B81}" destId="{5B6B28EC-C398-4FD2-A383-77ECC23BEB23}" srcOrd="0" destOrd="0" presId="urn:microsoft.com/office/officeart/2018/2/layout/IconVerticalSolidList"/>
    <dgm:cxn modelId="{28926F39-782B-4BA5-96BA-20391FF6B9CF}" srcId="{B0E49815-25AD-446C-A8C4-77E48E4F4915}" destId="{29B5345E-8C09-4EDE-8278-B2FE826A9A34}" srcOrd="0" destOrd="0" parTransId="{976E5774-18D7-48EA-B86A-33906DB45DAA}" sibTransId="{ED8100C4-3EA0-45B1-B166-ECC7851FC4C7}"/>
    <dgm:cxn modelId="{073EA63F-7A24-4BED-9DDC-5E0005F731F1}" srcId="{B0E49815-25AD-446C-A8C4-77E48E4F4915}" destId="{6727B551-A803-489C-99E2-C5B68ECC9B81}" srcOrd="4" destOrd="0" parTransId="{C037AF81-E543-4E59-93DD-DE0FD2A169AB}" sibTransId="{2082A4F7-BF0A-4B16-8F30-72C81C543999}"/>
    <dgm:cxn modelId="{7FBA1841-DC68-4908-965A-9257B4C09C1E}" type="presOf" srcId="{29B5345E-8C09-4EDE-8278-B2FE826A9A34}" destId="{E4052156-CE00-4279-A895-B32FBDDAF53F}" srcOrd="0" destOrd="0" presId="urn:microsoft.com/office/officeart/2018/2/layout/IconVerticalSolidList"/>
    <dgm:cxn modelId="{D5950567-5D3C-4900-B0CF-A3179F3FFA6E}" srcId="{B0E49815-25AD-446C-A8C4-77E48E4F4915}" destId="{16C43DE8-9EA0-4633-A83A-ACAC543BFE09}" srcOrd="6" destOrd="0" parTransId="{229D129D-6028-4B53-867D-BC730D18CA91}" sibTransId="{84507FE2-C361-4D00-A8B2-3235C3F9A480}"/>
    <dgm:cxn modelId="{D94CDE48-20ED-4D17-A89F-2B316106AA52}" type="presOf" srcId="{16C43DE8-9EA0-4633-A83A-ACAC543BFE09}" destId="{BE87BD85-BE2A-4A68-A866-0D693CCF1FB2}" srcOrd="0" destOrd="0" presId="urn:microsoft.com/office/officeart/2018/2/layout/IconVerticalSolidList"/>
    <dgm:cxn modelId="{3D573E6E-8C07-4475-BCB0-9AE1FDBF103B}" type="presOf" srcId="{15868C36-C7B2-4D3B-B6F4-C187ACBACA79}" destId="{B5E14B66-10E9-4672-A49D-CCE89C3D7F54}" srcOrd="0" destOrd="0" presId="urn:microsoft.com/office/officeart/2018/2/layout/IconVerticalSolidList"/>
    <dgm:cxn modelId="{9CD89698-0F33-4514-860B-0392BC137CBD}" srcId="{B0E49815-25AD-446C-A8C4-77E48E4F4915}" destId="{15868C36-C7B2-4D3B-B6F4-C187ACBACA79}" srcOrd="1" destOrd="0" parTransId="{E38794E7-499D-4D65-96B9-78F7335B878B}" sibTransId="{67F7A407-6021-490F-B862-92A3BF4CFB3B}"/>
    <dgm:cxn modelId="{1AF2339F-9CA0-4703-B76B-E3156053A9A0}" srcId="{B0E49815-25AD-446C-A8C4-77E48E4F4915}" destId="{86D217C2-8713-4424-85FC-CCAA8B0E2059}" srcOrd="5" destOrd="0" parTransId="{5FF7D1E7-7257-4A41-A9B5-FB9FFFA0AF2C}" sibTransId="{E5FBCE6D-4A05-4AE9-82AB-2B4907C09547}"/>
    <dgm:cxn modelId="{7BA28EB8-C1BA-4DA4-9E7D-13BE30ED667F}" srcId="{B0E49815-25AD-446C-A8C4-77E48E4F4915}" destId="{71092636-18CA-4034-A340-B4DBE39651B4}" srcOrd="3" destOrd="0" parTransId="{E24F8902-904E-4EC0-8023-A8BE16E879F8}" sibTransId="{688D1E8A-081E-4AF8-8DFD-98BF186A5F79}"/>
    <dgm:cxn modelId="{582E21C8-92CB-4375-9EAB-E393C9747C76}" type="presOf" srcId="{B0E49815-25AD-446C-A8C4-77E48E4F4915}" destId="{4CDED05A-FF6C-464B-A07A-ABAF87BFD878}" srcOrd="0" destOrd="0" presId="urn:microsoft.com/office/officeart/2018/2/layout/IconVerticalSolidList"/>
    <dgm:cxn modelId="{422DE3CB-A379-46B5-AC01-E2D463581FA0}" type="presOf" srcId="{A5178C4C-153F-4A35-A6F0-A733F9D40AED}" destId="{20FFE27C-9E1F-484A-990F-A20CCC9D93D5}" srcOrd="0" destOrd="0" presId="urn:microsoft.com/office/officeart/2018/2/layout/IconVerticalSolidList"/>
    <dgm:cxn modelId="{1D8363E9-9564-4BF4-A0EA-215933D79E47}" type="presOf" srcId="{71092636-18CA-4034-A340-B4DBE39651B4}" destId="{88417C56-D703-4DFB-9DC8-B94DC6E04208}" srcOrd="0" destOrd="0" presId="urn:microsoft.com/office/officeart/2018/2/layout/IconVerticalSolidList"/>
    <dgm:cxn modelId="{C834C0FA-FBB0-4BF9-9010-13A3C5F57D96}" type="presParOf" srcId="{4CDED05A-FF6C-464B-A07A-ABAF87BFD878}" destId="{1283FE87-7989-4FFC-B3ED-8A93D9C46509}" srcOrd="0" destOrd="0" presId="urn:microsoft.com/office/officeart/2018/2/layout/IconVerticalSolidList"/>
    <dgm:cxn modelId="{8E55938C-D15D-455D-B0C4-D97D5692AB66}" type="presParOf" srcId="{1283FE87-7989-4FFC-B3ED-8A93D9C46509}" destId="{D74B11DB-DA9B-4F1E-9CEA-2F0B624B1229}" srcOrd="0" destOrd="0" presId="urn:microsoft.com/office/officeart/2018/2/layout/IconVerticalSolidList"/>
    <dgm:cxn modelId="{E235A8D9-3CC5-4155-8BFB-3A6A0303F85A}" type="presParOf" srcId="{1283FE87-7989-4FFC-B3ED-8A93D9C46509}" destId="{F86A6E0E-2AEC-4863-813D-39150F14DCAA}" srcOrd="1" destOrd="0" presId="urn:microsoft.com/office/officeart/2018/2/layout/IconVerticalSolidList"/>
    <dgm:cxn modelId="{F37BA890-FBC6-4289-B4F7-39B49FE43C62}" type="presParOf" srcId="{1283FE87-7989-4FFC-B3ED-8A93D9C46509}" destId="{2DA19735-5FE0-4934-977B-4C1910DF6012}" srcOrd="2" destOrd="0" presId="urn:microsoft.com/office/officeart/2018/2/layout/IconVerticalSolidList"/>
    <dgm:cxn modelId="{7F763243-9FA9-427E-A81C-293995D44BB1}" type="presParOf" srcId="{1283FE87-7989-4FFC-B3ED-8A93D9C46509}" destId="{E4052156-CE00-4279-A895-B32FBDDAF53F}" srcOrd="3" destOrd="0" presId="urn:microsoft.com/office/officeart/2018/2/layout/IconVerticalSolidList"/>
    <dgm:cxn modelId="{201E0B19-049F-4AB2-830D-62632B125835}" type="presParOf" srcId="{4CDED05A-FF6C-464B-A07A-ABAF87BFD878}" destId="{7624C6C5-3192-4360-AF43-A0919B9F06E0}" srcOrd="1" destOrd="0" presId="urn:microsoft.com/office/officeart/2018/2/layout/IconVerticalSolidList"/>
    <dgm:cxn modelId="{EC3FF530-EEA3-4D62-A4DC-94E702BC5803}" type="presParOf" srcId="{4CDED05A-FF6C-464B-A07A-ABAF87BFD878}" destId="{ACB91EB0-9A24-4FBF-BE6F-F7BBF03163B5}" srcOrd="2" destOrd="0" presId="urn:microsoft.com/office/officeart/2018/2/layout/IconVerticalSolidList"/>
    <dgm:cxn modelId="{4AE715F0-329E-47BA-A200-4D538BFD1454}" type="presParOf" srcId="{ACB91EB0-9A24-4FBF-BE6F-F7BBF03163B5}" destId="{EC6574FA-E989-480A-BB24-984E0580D4CD}" srcOrd="0" destOrd="0" presId="urn:microsoft.com/office/officeart/2018/2/layout/IconVerticalSolidList"/>
    <dgm:cxn modelId="{0EA5F1DB-CCF8-40DF-9552-F3FEE8039DFE}" type="presParOf" srcId="{ACB91EB0-9A24-4FBF-BE6F-F7BBF03163B5}" destId="{47B9E5CC-E252-47D1-B9DF-4A4F26EE5177}" srcOrd="1" destOrd="0" presId="urn:microsoft.com/office/officeart/2018/2/layout/IconVerticalSolidList"/>
    <dgm:cxn modelId="{0AD4156A-EE15-4123-AE06-A0B9FDDA12FB}" type="presParOf" srcId="{ACB91EB0-9A24-4FBF-BE6F-F7BBF03163B5}" destId="{9D6C2FAE-35D3-424F-B8A8-58576104AC27}" srcOrd="2" destOrd="0" presId="urn:microsoft.com/office/officeart/2018/2/layout/IconVerticalSolidList"/>
    <dgm:cxn modelId="{850466D8-B954-4C54-9ECE-F3D02BB504B2}" type="presParOf" srcId="{ACB91EB0-9A24-4FBF-BE6F-F7BBF03163B5}" destId="{B5E14B66-10E9-4672-A49D-CCE89C3D7F54}" srcOrd="3" destOrd="0" presId="urn:microsoft.com/office/officeart/2018/2/layout/IconVerticalSolidList"/>
    <dgm:cxn modelId="{E13714D5-B303-4AD3-8793-2294D0802AC3}" type="presParOf" srcId="{4CDED05A-FF6C-464B-A07A-ABAF87BFD878}" destId="{33E97875-F6C1-4BCE-8019-FBFD37C3C20E}" srcOrd="3" destOrd="0" presId="urn:microsoft.com/office/officeart/2018/2/layout/IconVerticalSolidList"/>
    <dgm:cxn modelId="{67D0593E-EBFF-461B-8CB0-EAC7E82CE4AA}" type="presParOf" srcId="{4CDED05A-FF6C-464B-A07A-ABAF87BFD878}" destId="{F86341BD-81C9-4A7A-B112-42F0340188DE}" srcOrd="4" destOrd="0" presId="urn:microsoft.com/office/officeart/2018/2/layout/IconVerticalSolidList"/>
    <dgm:cxn modelId="{EF897324-2AEB-44AD-87BB-A6265689F8AC}" type="presParOf" srcId="{F86341BD-81C9-4A7A-B112-42F0340188DE}" destId="{BBF7C123-9022-493E-894A-D7C3A84E9648}" srcOrd="0" destOrd="0" presId="urn:microsoft.com/office/officeart/2018/2/layout/IconVerticalSolidList"/>
    <dgm:cxn modelId="{F74958C1-2586-4094-A8B3-3FB7AB38CAD5}" type="presParOf" srcId="{F86341BD-81C9-4A7A-B112-42F0340188DE}" destId="{93983085-23C8-49C8-8F9D-B23ED7D652DC}" srcOrd="1" destOrd="0" presId="urn:microsoft.com/office/officeart/2018/2/layout/IconVerticalSolidList"/>
    <dgm:cxn modelId="{4B955705-37D1-44C9-BDB1-5C6F322257CD}" type="presParOf" srcId="{F86341BD-81C9-4A7A-B112-42F0340188DE}" destId="{68E4C661-4E8B-4B49-BA99-4FE8021047AB}" srcOrd="2" destOrd="0" presId="urn:microsoft.com/office/officeart/2018/2/layout/IconVerticalSolidList"/>
    <dgm:cxn modelId="{54D00D3A-37F7-4C90-B24A-15E13F013562}" type="presParOf" srcId="{F86341BD-81C9-4A7A-B112-42F0340188DE}" destId="{20FFE27C-9E1F-484A-990F-A20CCC9D93D5}" srcOrd="3" destOrd="0" presId="urn:microsoft.com/office/officeart/2018/2/layout/IconVerticalSolidList"/>
    <dgm:cxn modelId="{DDB15856-5CA0-4EEC-880D-71E0510FA57C}" type="presParOf" srcId="{4CDED05A-FF6C-464B-A07A-ABAF87BFD878}" destId="{F4E10CD8-9787-4F97-91C5-9CB85CF1A08B}" srcOrd="5" destOrd="0" presId="urn:microsoft.com/office/officeart/2018/2/layout/IconVerticalSolidList"/>
    <dgm:cxn modelId="{60CEEB9C-0BD0-4181-8C7A-BAD83AE74586}" type="presParOf" srcId="{4CDED05A-FF6C-464B-A07A-ABAF87BFD878}" destId="{9CA9EC51-EA19-4410-9B2F-BE09338AC7F3}" srcOrd="6" destOrd="0" presId="urn:microsoft.com/office/officeart/2018/2/layout/IconVerticalSolidList"/>
    <dgm:cxn modelId="{AB5A195E-C9D8-459C-82B1-749A4235DFBC}" type="presParOf" srcId="{9CA9EC51-EA19-4410-9B2F-BE09338AC7F3}" destId="{3C6504DA-CF3F-47F0-92B0-AA8C309FDE96}" srcOrd="0" destOrd="0" presId="urn:microsoft.com/office/officeart/2018/2/layout/IconVerticalSolidList"/>
    <dgm:cxn modelId="{6DFA837B-25DB-4EEE-916E-0CB26752B61B}" type="presParOf" srcId="{9CA9EC51-EA19-4410-9B2F-BE09338AC7F3}" destId="{124CAED0-0FF9-4C9E-A1EE-B8CF4BB86CA8}" srcOrd="1" destOrd="0" presId="urn:microsoft.com/office/officeart/2018/2/layout/IconVerticalSolidList"/>
    <dgm:cxn modelId="{68500F5C-9272-4903-800C-FFA847FCC6A3}" type="presParOf" srcId="{9CA9EC51-EA19-4410-9B2F-BE09338AC7F3}" destId="{1C2E656D-F921-45F8-950D-B040E0974BE7}" srcOrd="2" destOrd="0" presId="urn:microsoft.com/office/officeart/2018/2/layout/IconVerticalSolidList"/>
    <dgm:cxn modelId="{F7E100E9-EFAB-4265-A753-35012F03B2D0}" type="presParOf" srcId="{9CA9EC51-EA19-4410-9B2F-BE09338AC7F3}" destId="{88417C56-D703-4DFB-9DC8-B94DC6E04208}" srcOrd="3" destOrd="0" presId="urn:microsoft.com/office/officeart/2018/2/layout/IconVerticalSolidList"/>
    <dgm:cxn modelId="{5E882142-23C1-442C-9C75-93F66D4EF1B6}" type="presParOf" srcId="{4CDED05A-FF6C-464B-A07A-ABAF87BFD878}" destId="{C295E130-1ED0-4F94-9EFF-00EC3713B631}" srcOrd="7" destOrd="0" presId="urn:microsoft.com/office/officeart/2018/2/layout/IconVerticalSolidList"/>
    <dgm:cxn modelId="{042F50F4-71CA-4ACF-86A4-A0F80A4C46FE}" type="presParOf" srcId="{4CDED05A-FF6C-464B-A07A-ABAF87BFD878}" destId="{B51B927E-8F35-453B-AEF0-26F478D4C4EE}" srcOrd="8" destOrd="0" presId="urn:microsoft.com/office/officeart/2018/2/layout/IconVerticalSolidList"/>
    <dgm:cxn modelId="{CC1FD649-D494-4B64-8F23-5DAEEAB7892F}" type="presParOf" srcId="{B51B927E-8F35-453B-AEF0-26F478D4C4EE}" destId="{9730463F-9FC7-4E81-9F06-439E7908E289}" srcOrd="0" destOrd="0" presId="urn:microsoft.com/office/officeart/2018/2/layout/IconVerticalSolidList"/>
    <dgm:cxn modelId="{5DBCD22D-C3B2-4850-BC82-24B77CE208B6}" type="presParOf" srcId="{B51B927E-8F35-453B-AEF0-26F478D4C4EE}" destId="{FE94A43C-322E-4294-911C-7AAF60ED39EB}" srcOrd="1" destOrd="0" presId="urn:microsoft.com/office/officeart/2018/2/layout/IconVerticalSolidList"/>
    <dgm:cxn modelId="{365245EA-99A5-4589-8DD2-B67E746AD644}" type="presParOf" srcId="{B51B927E-8F35-453B-AEF0-26F478D4C4EE}" destId="{ED96A285-D4BD-4B0A-A1A6-32981915BF77}" srcOrd="2" destOrd="0" presId="urn:microsoft.com/office/officeart/2018/2/layout/IconVerticalSolidList"/>
    <dgm:cxn modelId="{A8441D3C-C57E-4AB6-9C26-2416CE9CF308}" type="presParOf" srcId="{B51B927E-8F35-453B-AEF0-26F478D4C4EE}" destId="{5B6B28EC-C398-4FD2-A383-77ECC23BEB23}" srcOrd="3" destOrd="0" presId="urn:microsoft.com/office/officeart/2018/2/layout/IconVerticalSolidList"/>
    <dgm:cxn modelId="{8A73A156-9100-4716-9EF8-D983A84D26B1}" type="presParOf" srcId="{4CDED05A-FF6C-464B-A07A-ABAF87BFD878}" destId="{7826E219-2F2F-4433-9102-5FBF4B48177C}" srcOrd="9" destOrd="0" presId="urn:microsoft.com/office/officeart/2018/2/layout/IconVerticalSolidList"/>
    <dgm:cxn modelId="{95602E68-F189-47BA-9FB5-248C876B20C7}" type="presParOf" srcId="{4CDED05A-FF6C-464B-A07A-ABAF87BFD878}" destId="{F799C4DA-A3F1-4E08-B5C2-CD511565C56A}" srcOrd="10" destOrd="0" presId="urn:microsoft.com/office/officeart/2018/2/layout/IconVerticalSolidList"/>
    <dgm:cxn modelId="{257C86FF-A0CD-4BE8-A7F0-67C1AB1B78FE}" type="presParOf" srcId="{F799C4DA-A3F1-4E08-B5C2-CD511565C56A}" destId="{AEA13EC3-C2CB-42CD-8949-8A5DC265B5B4}" srcOrd="0" destOrd="0" presId="urn:microsoft.com/office/officeart/2018/2/layout/IconVerticalSolidList"/>
    <dgm:cxn modelId="{AE275D83-D18C-4F7F-9A2C-8F88A5CF6E20}" type="presParOf" srcId="{F799C4DA-A3F1-4E08-B5C2-CD511565C56A}" destId="{4255CE5A-C2DC-4BF9-991C-39D0D42A0A4D}" srcOrd="1" destOrd="0" presId="urn:microsoft.com/office/officeart/2018/2/layout/IconVerticalSolidList"/>
    <dgm:cxn modelId="{0319B2A2-1AB4-4F1D-917B-E6143C86169C}" type="presParOf" srcId="{F799C4DA-A3F1-4E08-B5C2-CD511565C56A}" destId="{9BB437B3-0B5D-4229-85C6-73D56615922C}" srcOrd="2" destOrd="0" presId="urn:microsoft.com/office/officeart/2018/2/layout/IconVerticalSolidList"/>
    <dgm:cxn modelId="{159D16EC-A6E2-47E4-9B34-568CC2DA4AB2}" type="presParOf" srcId="{F799C4DA-A3F1-4E08-B5C2-CD511565C56A}" destId="{7401849F-E952-4BC0-9607-BAEF02548D0A}" srcOrd="3" destOrd="0" presId="urn:microsoft.com/office/officeart/2018/2/layout/IconVerticalSolidList"/>
    <dgm:cxn modelId="{E9101415-8C10-4E0A-BD7E-224DFEF8278A}" type="presParOf" srcId="{4CDED05A-FF6C-464B-A07A-ABAF87BFD878}" destId="{F866241B-CF4D-4C76-A45C-0D9EA208D261}" srcOrd="11" destOrd="0" presId="urn:microsoft.com/office/officeart/2018/2/layout/IconVerticalSolidList"/>
    <dgm:cxn modelId="{C9F15B56-A705-4814-9C86-214FE585C641}" type="presParOf" srcId="{4CDED05A-FF6C-464B-A07A-ABAF87BFD878}" destId="{E31EC0CA-EF85-48AB-8B77-3FD51DD59010}" srcOrd="12" destOrd="0" presId="urn:microsoft.com/office/officeart/2018/2/layout/IconVerticalSolidList"/>
    <dgm:cxn modelId="{85396771-8885-4368-AB4D-8B82974A59FE}" type="presParOf" srcId="{E31EC0CA-EF85-48AB-8B77-3FD51DD59010}" destId="{BD832B8D-123C-4CE9-B94C-B82A2B159DE8}" srcOrd="0" destOrd="0" presId="urn:microsoft.com/office/officeart/2018/2/layout/IconVerticalSolidList"/>
    <dgm:cxn modelId="{F469512C-AFB7-4BEF-B98C-A52826F87CC9}" type="presParOf" srcId="{E31EC0CA-EF85-48AB-8B77-3FD51DD59010}" destId="{76DAA3ED-5795-46E4-8395-C486426B2757}" srcOrd="1" destOrd="0" presId="urn:microsoft.com/office/officeart/2018/2/layout/IconVerticalSolidList"/>
    <dgm:cxn modelId="{24F9FD2C-C79C-4655-B29C-30F9CBF5604A}" type="presParOf" srcId="{E31EC0CA-EF85-48AB-8B77-3FD51DD59010}" destId="{5B1A8DB5-F6B1-4F95-B9E0-3A24FABDB0CF}" srcOrd="2" destOrd="0" presId="urn:microsoft.com/office/officeart/2018/2/layout/IconVerticalSolidList"/>
    <dgm:cxn modelId="{134506FA-7573-4F19-B156-9F22D423699D}" type="presParOf" srcId="{E31EC0CA-EF85-48AB-8B77-3FD51DD59010}" destId="{BE87BD85-BE2A-4A68-A866-0D693CCF1F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059AB8-1186-4223-B9DE-1ED71A3B94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8733073-59DD-4A2D-BECE-C8A5AE7C73A1}">
      <dgm:prSet/>
      <dgm:spPr/>
      <dgm:t>
        <a:bodyPr/>
        <a:lstStyle/>
        <a:p>
          <a:r>
            <a:rPr lang="en-US"/>
            <a:t>• Um cliente pode favoritar múltiplos veículos</a:t>
          </a:r>
        </a:p>
      </dgm:t>
    </dgm:pt>
    <dgm:pt modelId="{74A32788-215D-4E89-991F-6A859C9A6B40}" type="parTrans" cxnId="{48878ED6-50D9-41F4-B4D2-2D7A5CD07032}">
      <dgm:prSet/>
      <dgm:spPr/>
      <dgm:t>
        <a:bodyPr/>
        <a:lstStyle/>
        <a:p>
          <a:endParaRPr lang="en-US"/>
        </a:p>
      </dgm:t>
    </dgm:pt>
    <dgm:pt modelId="{52CC75E9-68B2-4068-8609-4A68637D6F87}" type="sibTrans" cxnId="{48878ED6-50D9-41F4-B4D2-2D7A5CD07032}">
      <dgm:prSet/>
      <dgm:spPr/>
      <dgm:t>
        <a:bodyPr/>
        <a:lstStyle/>
        <a:p>
          <a:endParaRPr lang="en-US"/>
        </a:p>
      </dgm:t>
    </dgm:pt>
    <dgm:pt modelId="{C63C4CE8-E20B-47DA-8C56-75F93C6BCC4A}">
      <dgm:prSet/>
      <dgm:spPr/>
      <dgm:t>
        <a:bodyPr/>
        <a:lstStyle/>
        <a:p>
          <a:r>
            <a:rPr lang="en-US"/>
            <a:t>• Um veículo pode ser favoritado por múltiplos clientes</a:t>
          </a:r>
        </a:p>
      </dgm:t>
    </dgm:pt>
    <dgm:pt modelId="{238B31AB-DCDE-4FE4-8D37-A17E17A5B9A6}" type="parTrans" cxnId="{988B6776-4724-4834-A5AE-C3113D3C0E5B}">
      <dgm:prSet/>
      <dgm:spPr/>
      <dgm:t>
        <a:bodyPr/>
        <a:lstStyle/>
        <a:p>
          <a:endParaRPr lang="en-US"/>
        </a:p>
      </dgm:t>
    </dgm:pt>
    <dgm:pt modelId="{F4AD2968-98DA-4CC0-B6C4-DD3310B6AE65}" type="sibTrans" cxnId="{988B6776-4724-4834-A5AE-C3113D3C0E5B}">
      <dgm:prSet/>
      <dgm:spPr/>
      <dgm:t>
        <a:bodyPr/>
        <a:lstStyle/>
        <a:p>
          <a:endParaRPr lang="en-US"/>
        </a:p>
      </dgm:t>
    </dgm:pt>
    <dgm:pt modelId="{BA199D36-229C-4EA3-8004-6A1BF979BBC8}">
      <dgm:prSet/>
      <dgm:spPr/>
      <dgm:t>
        <a:bodyPr/>
        <a:lstStyle/>
        <a:p>
          <a:r>
            <a:rPr lang="en-US"/>
            <a:t>• Tabela clientes_favoritos com chave primária composta</a:t>
          </a:r>
        </a:p>
      </dgm:t>
    </dgm:pt>
    <dgm:pt modelId="{996AF33C-B438-442B-A298-15A7B3674C1E}" type="parTrans" cxnId="{ADFA2FC1-CBBC-4963-8377-ED7DDBFFD0D8}">
      <dgm:prSet/>
      <dgm:spPr/>
      <dgm:t>
        <a:bodyPr/>
        <a:lstStyle/>
        <a:p>
          <a:endParaRPr lang="en-US"/>
        </a:p>
      </dgm:t>
    </dgm:pt>
    <dgm:pt modelId="{A2849F36-7A6B-4599-88F2-BA06738B97DD}" type="sibTrans" cxnId="{ADFA2FC1-CBBC-4963-8377-ED7DDBFFD0D8}">
      <dgm:prSet/>
      <dgm:spPr/>
      <dgm:t>
        <a:bodyPr/>
        <a:lstStyle/>
        <a:p>
          <a:endParaRPr lang="en-US"/>
        </a:p>
      </dgm:t>
    </dgm:pt>
    <dgm:pt modelId="{81825106-5DE2-49D3-A552-CC5EEE3745BD}">
      <dgm:prSet/>
      <dgm:spPr/>
      <dgm:t>
        <a:bodyPr/>
        <a:lstStyle/>
        <a:p>
          <a:r>
            <a:rPr lang="en-US"/>
            <a:t>• Controller REST dedicado no LoopBack 4</a:t>
          </a:r>
        </a:p>
      </dgm:t>
    </dgm:pt>
    <dgm:pt modelId="{2DADB9BC-66A2-4ED6-9EB2-51E08DE0CCA3}" type="parTrans" cxnId="{F3B1F260-630F-4F4C-96E4-CBE8D794F174}">
      <dgm:prSet/>
      <dgm:spPr/>
      <dgm:t>
        <a:bodyPr/>
        <a:lstStyle/>
        <a:p>
          <a:endParaRPr lang="en-US"/>
        </a:p>
      </dgm:t>
    </dgm:pt>
    <dgm:pt modelId="{1FC52ED5-812D-4360-AF20-F2E1D55F7C24}" type="sibTrans" cxnId="{F3B1F260-630F-4F4C-96E4-CBE8D794F174}">
      <dgm:prSet/>
      <dgm:spPr/>
      <dgm:t>
        <a:bodyPr/>
        <a:lstStyle/>
        <a:p>
          <a:endParaRPr lang="en-US"/>
        </a:p>
      </dgm:t>
    </dgm:pt>
    <dgm:pt modelId="{009BFBE4-3044-4FC7-8588-B41EA1B58C0F}">
      <dgm:prSet/>
      <dgm:spPr/>
      <dgm:t>
        <a:bodyPr/>
        <a:lstStyle/>
        <a:p>
          <a:r>
            <a:rPr lang="en-US"/>
            <a:t>• Resource CRUD completo no React Admin</a:t>
          </a:r>
        </a:p>
      </dgm:t>
    </dgm:pt>
    <dgm:pt modelId="{71D39E93-1BEE-4CB2-A520-658457CBC216}" type="parTrans" cxnId="{2C979758-DDD9-4888-A272-9092C512FD44}">
      <dgm:prSet/>
      <dgm:spPr/>
      <dgm:t>
        <a:bodyPr/>
        <a:lstStyle/>
        <a:p>
          <a:endParaRPr lang="en-US"/>
        </a:p>
      </dgm:t>
    </dgm:pt>
    <dgm:pt modelId="{52BE3505-8773-4EC0-876B-713723CDB323}" type="sibTrans" cxnId="{2C979758-DDD9-4888-A272-9092C512FD44}">
      <dgm:prSet/>
      <dgm:spPr/>
      <dgm:t>
        <a:bodyPr/>
        <a:lstStyle/>
        <a:p>
          <a:endParaRPr lang="en-US"/>
        </a:p>
      </dgm:t>
    </dgm:pt>
    <dgm:pt modelId="{2E47EF47-C5E2-4561-BAB1-93E580A6CE0C}">
      <dgm:prSet/>
      <dgm:spPr/>
      <dgm:t>
        <a:bodyPr/>
        <a:lstStyle/>
        <a:p>
          <a:r>
            <a:rPr lang="en-US"/>
            <a:t>• Visualização bidirecional (Cliente → Veículos | Veículo → Clientes)</a:t>
          </a:r>
        </a:p>
      </dgm:t>
    </dgm:pt>
    <dgm:pt modelId="{39E04792-B460-4397-8131-ED38058DEECE}" type="parTrans" cxnId="{9D7E9FB8-7C9B-4203-9A47-E3549353619E}">
      <dgm:prSet/>
      <dgm:spPr/>
      <dgm:t>
        <a:bodyPr/>
        <a:lstStyle/>
        <a:p>
          <a:endParaRPr lang="en-US"/>
        </a:p>
      </dgm:t>
    </dgm:pt>
    <dgm:pt modelId="{3633205B-A13F-4BD1-80BC-B2C7F1184590}" type="sibTrans" cxnId="{9D7E9FB8-7C9B-4203-9A47-E3549353619E}">
      <dgm:prSet/>
      <dgm:spPr/>
      <dgm:t>
        <a:bodyPr/>
        <a:lstStyle/>
        <a:p>
          <a:endParaRPr lang="en-US"/>
        </a:p>
      </dgm:t>
    </dgm:pt>
    <dgm:pt modelId="{7593A7DF-090E-4899-B92D-9CE09457C949}">
      <dgm:prSet/>
      <dgm:spPr/>
      <dgm:t>
        <a:bodyPr/>
        <a:lstStyle/>
        <a:p>
          <a:r>
            <a:rPr lang="en-US"/>
            <a:t>• DataProvider customizado para gestão de IDs compostos</a:t>
          </a:r>
        </a:p>
      </dgm:t>
    </dgm:pt>
    <dgm:pt modelId="{702AD8FB-E0CB-4DC3-9A49-0C0B7D495065}" type="parTrans" cxnId="{C4098F74-9D53-4DAF-9621-CC8BC3BB64C2}">
      <dgm:prSet/>
      <dgm:spPr/>
      <dgm:t>
        <a:bodyPr/>
        <a:lstStyle/>
        <a:p>
          <a:endParaRPr lang="en-US"/>
        </a:p>
      </dgm:t>
    </dgm:pt>
    <dgm:pt modelId="{3348F799-D79E-4B12-9D69-28343E688254}" type="sibTrans" cxnId="{C4098F74-9D53-4DAF-9621-CC8BC3BB64C2}">
      <dgm:prSet/>
      <dgm:spPr/>
      <dgm:t>
        <a:bodyPr/>
        <a:lstStyle/>
        <a:p>
          <a:endParaRPr lang="en-US"/>
        </a:p>
      </dgm:t>
    </dgm:pt>
    <dgm:pt modelId="{0AA6A25E-9BC2-4101-9815-F52C37D5026F}" type="pres">
      <dgm:prSet presAssocID="{04059AB8-1186-4223-B9DE-1ED71A3B9404}" presName="root" presStyleCnt="0">
        <dgm:presLayoutVars>
          <dgm:dir/>
          <dgm:resizeHandles val="exact"/>
        </dgm:presLayoutVars>
      </dgm:prSet>
      <dgm:spPr/>
    </dgm:pt>
    <dgm:pt modelId="{78D8C19F-A448-48F0-A49D-248871527C86}" type="pres">
      <dgm:prSet presAssocID="{38733073-59DD-4A2D-BECE-C8A5AE7C73A1}" presName="compNode" presStyleCnt="0"/>
      <dgm:spPr/>
    </dgm:pt>
    <dgm:pt modelId="{D1DA5B27-05A5-4300-A6A7-B48F920F33CB}" type="pres">
      <dgm:prSet presAssocID="{38733073-59DD-4A2D-BECE-C8A5AE7C73A1}" presName="bgRect" presStyleLbl="bgShp" presStyleIdx="0" presStyleCnt="7"/>
      <dgm:spPr/>
    </dgm:pt>
    <dgm:pt modelId="{52123A9C-2229-4006-BC0C-F0E6BBDA2427}" type="pres">
      <dgm:prSet presAssocID="{38733073-59DD-4A2D-BECE-C8A5AE7C73A1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6CDA766B-CE71-4736-8085-9AF9CFB7524D}" type="pres">
      <dgm:prSet presAssocID="{38733073-59DD-4A2D-BECE-C8A5AE7C73A1}" presName="spaceRect" presStyleCnt="0"/>
      <dgm:spPr/>
    </dgm:pt>
    <dgm:pt modelId="{93A0313E-ECF6-4136-BCA8-5F1DCA64083F}" type="pres">
      <dgm:prSet presAssocID="{38733073-59DD-4A2D-BECE-C8A5AE7C73A1}" presName="parTx" presStyleLbl="revTx" presStyleIdx="0" presStyleCnt="7">
        <dgm:presLayoutVars>
          <dgm:chMax val="0"/>
          <dgm:chPref val="0"/>
        </dgm:presLayoutVars>
      </dgm:prSet>
      <dgm:spPr/>
    </dgm:pt>
    <dgm:pt modelId="{BBBA351A-E9C9-4214-B279-EA9E0D62CBAC}" type="pres">
      <dgm:prSet presAssocID="{52CC75E9-68B2-4068-8609-4A68637D6F87}" presName="sibTrans" presStyleCnt="0"/>
      <dgm:spPr/>
    </dgm:pt>
    <dgm:pt modelId="{1DEA935B-B84A-4EEE-9920-64A204118C9B}" type="pres">
      <dgm:prSet presAssocID="{C63C4CE8-E20B-47DA-8C56-75F93C6BCC4A}" presName="compNode" presStyleCnt="0"/>
      <dgm:spPr/>
    </dgm:pt>
    <dgm:pt modelId="{B567306B-940A-414E-B5B8-554C2121B040}" type="pres">
      <dgm:prSet presAssocID="{C63C4CE8-E20B-47DA-8C56-75F93C6BCC4A}" presName="bgRect" presStyleLbl="bgShp" presStyleIdx="1" presStyleCnt="7"/>
      <dgm:spPr/>
    </dgm:pt>
    <dgm:pt modelId="{10C77EC2-5700-4906-8537-54C058719FFA}" type="pres">
      <dgm:prSet presAssocID="{C63C4CE8-E20B-47DA-8C56-75F93C6BCC4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1DD6326D-16D6-48D3-B8BF-158300E650F5}" type="pres">
      <dgm:prSet presAssocID="{C63C4CE8-E20B-47DA-8C56-75F93C6BCC4A}" presName="spaceRect" presStyleCnt="0"/>
      <dgm:spPr/>
    </dgm:pt>
    <dgm:pt modelId="{FAC18D70-D8AA-411C-9804-40A05F2F3A58}" type="pres">
      <dgm:prSet presAssocID="{C63C4CE8-E20B-47DA-8C56-75F93C6BCC4A}" presName="parTx" presStyleLbl="revTx" presStyleIdx="1" presStyleCnt="7">
        <dgm:presLayoutVars>
          <dgm:chMax val="0"/>
          <dgm:chPref val="0"/>
        </dgm:presLayoutVars>
      </dgm:prSet>
      <dgm:spPr/>
    </dgm:pt>
    <dgm:pt modelId="{7A0304DC-5843-4E1A-93CD-11BE49B1974D}" type="pres">
      <dgm:prSet presAssocID="{F4AD2968-98DA-4CC0-B6C4-DD3310B6AE65}" presName="sibTrans" presStyleCnt="0"/>
      <dgm:spPr/>
    </dgm:pt>
    <dgm:pt modelId="{3B588136-97D1-4B12-9099-E3AFCABF9DDA}" type="pres">
      <dgm:prSet presAssocID="{BA199D36-229C-4EA3-8004-6A1BF979BBC8}" presName="compNode" presStyleCnt="0"/>
      <dgm:spPr/>
    </dgm:pt>
    <dgm:pt modelId="{B5317B9F-8642-46B7-9208-3CB43A5CF087}" type="pres">
      <dgm:prSet presAssocID="{BA199D36-229C-4EA3-8004-6A1BF979BBC8}" presName="bgRect" presStyleLbl="bgShp" presStyleIdx="2" presStyleCnt="7"/>
      <dgm:spPr/>
    </dgm:pt>
    <dgm:pt modelId="{CE2A4418-4B18-4964-9971-551275691EF0}" type="pres">
      <dgm:prSet presAssocID="{BA199D36-229C-4EA3-8004-6A1BF979BBC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F9C95833-ACF3-4D5F-BD5B-2849B26887EA}" type="pres">
      <dgm:prSet presAssocID="{BA199D36-229C-4EA3-8004-6A1BF979BBC8}" presName="spaceRect" presStyleCnt="0"/>
      <dgm:spPr/>
    </dgm:pt>
    <dgm:pt modelId="{19386857-8E72-4DD3-AA7B-7231C5FF8A62}" type="pres">
      <dgm:prSet presAssocID="{BA199D36-229C-4EA3-8004-6A1BF979BBC8}" presName="parTx" presStyleLbl="revTx" presStyleIdx="2" presStyleCnt="7">
        <dgm:presLayoutVars>
          <dgm:chMax val="0"/>
          <dgm:chPref val="0"/>
        </dgm:presLayoutVars>
      </dgm:prSet>
      <dgm:spPr/>
    </dgm:pt>
    <dgm:pt modelId="{66A8A1EA-AB23-44D4-BB8E-83D937938D90}" type="pres">
      <dgm:prSet presAssocID="{A2849F36-7A6B-4599-88F2-BA06738B97DD}" presName="sibTrans" presStyleCnt="0"/>
      <dgm:spPr/>
    </dgm:pt>
    <dgm:pt modelId="{7B601882-E601-4272-AA49-68F437B16A4A}" type="pres">
      <dgm:prSet presAssocID="{81825106-5DE2-49D3-A552-CC5EEE3745BD}" presName="compNode" presStyleCnt="0"/>
      <dgm:spPr/>
    </dgm:pt>
    <dgm:pt modelId="{141B88BC-D616-4C56-A6C6-E5F1D14D4AAC}" type="pres">
      <dgm:prSet presAssocID="{81825106-5DE2-49D3-A552-CC5EEE3745BD}" presName="bgRect" presStyleLbl="bgShp" presStyleIdx="3" presStyleCnt="7"/>
      <dgm:spPr/>
    </dgm:pt>
    <dgm:pt modelId="{9B0AF8C2-E3C9-4C57-B510-DFF2C98B2749}" type="pres">
      <dgm:prSet presAssocID="{81825106-5DE2-49D3-A552-CC5EEE3745B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C0047953-CC8B-4BE5-AA1B-6180185B2859}" type="pres">
      <dgm:prSet presAssocID="{81825106-5DE2-49D3-A552-CC5EEE3745BD}" presName="spaceRect" presStyleCnt="0"/>
      <dgm:spPr/>
    </dgm:pt>
    <dgm:pt modelId="{395638A7-79E2-47E4-9CE9-E2F756E46249}" type="pres">
      <dgm:prSet presAssocID="{81825106-5DE2-49D3-A552-CC5EEE3745BD}" presName="parTx" presStyleLbl="revTx" presStyleIdx="3" presStyleCnt="7">
        <dgm:presLayoutVars>
          <dgm:chMax val="0"/>
          <dgm:chPref val="0"/>
        </dgm:presLayoutVars>
      </dgm:prSet>
      <dgm:spPr/>
    </dgm:pt>
    <dgm:pt modelId="{710CBA16-D186-4A4A-898E-BC48FFF2D134}" type="pres">
      <dgm:prSet presAssocID="{1FC52ED5-812D-4360-AF20-F2E1D55F7C24}" presName="sibTrans" presStyleCnt="0"/>
      <dgm:spPr/>
    </dgm:pt>
    <dgm:pt modelId="{D369600A-835E-4EF5-A38A-4F61F0F5BCE4}" type="pres">
      <dgm:prSet presAssocID="{009BFBE4-3044-4FC7-8588-B41EA1B58C0F}" presName="compNode" presStyleCnt="0"/>
      <dgm:spPr/>
    </dgm:pt>
    <dgm:pt modelId="{865C4243-95C9-4F42-81DC-DDA719F0FF9B}" type="pres">
      <dgm:prSet presAssocID="{009BFBE4-3044-4FC7-8588-B41EA1B58C0F}" presName="bgRect" presStyleLbl="bgShp" presStyleIdx="4" presStyleCnt="7"/>
      <dgm:spPr/>
    </dgm:pt>
    <dgm:pt modelId="{4E54A9E8-FFE2-4915-A454-37A08F6387ED}" type="pres">
      <dgm:prSet presAssocID="{009BFBE4-3044-4FC7-8588-B41EA1B58C0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C49C8E5B-5A00-4DAA-822D-55D1E4021664}" type="pres">
      <dgm:prSet presAssocID="{009BFBE4-3044-4FC7-8588-B41EA1B58C0F}" presName="spaceRect" presStyleCnt="0"/>
      <dgm:spPr/>
    </dgm:pt>
    <dgm:pt modelId="{641A108E-AFD3-4263-90A8-1543671F4DDB}" type="pres">
      <dgm:prSet presAssocID="{009BFBE4-3044-4FC7-8588-B41EA1B58C0F}" presName="parTx" presStyleLbl="revTx" presStyleIdx="4" presStyleCnt="7">
        <dgm:presLayoutVars>
          <dgm:chMax val="0"/>
          <dgm:chPref val="0"/>
        </dgm:presLayoutVars>
      </dgm:prSet>
      <dgm:spPr/>
    </dgm:pt>
    <dgm:pt modelId="{224A9441-0202-4D5B-9F41-C952098452E9}" type="pres">
      <dgm:prSet presAssocID="{52BE3505-8773-4EC0-876B-713723CDB323}" presName="sibTrans" presStyleCnt="0"/>
      <dgm:spPr/>
    </dgm:pt>
    <dgm:pt modelId="{9819FB8B-3EF5-4C50-9442-21CA306F78A7}" type="pres">
      <dgm:prSet presAssocID="{2E47EF47-C5E2-4561-BAB1-93E580A6CE0C}" presName="compNode" presStyleCnt="0"/>
      <dgm:spPr/>
    </dgm:pt>
    <dgm:pt modelId="{53701DE0-E869-4F49-AE15-1E667899A924}" type="pres">
      <dgm:prSet presAssocID="{2E47EF47-C5E2-4561-BAB1-93E580A6CE0C}" presName="bgRect" presStyleLbl="bgShp" presStyleIdx="5" presStyleCnt="7"/>
      <dgm:spPr/>
    </dgm:pt>
    <dgm:pt modelId="{7CB4FD54-DFA3-45C1-839C-313014E1B4B4}" type="pres">
      <dgm:prSet presAssocID="{2E47EF47-C5E2-4561-BAB1-93E580A6CE0C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"/>
        </a:ext>
      </dgm:extLst>
    </dgm:pt>
    <dgm:pt modelId="{F8B23818-A092-4075-8E2A-BD02A53937EF}" type="pres">
      <dgm:prSet presAssocID="{2E47EF47-C5E2-4561-BAB1-93E580A6CE0C}" presName="spaceRect" presStyleCnt="0"/>
      <dgm:spPr/>
    </dgm:pt>
    <dgm:pt modelId="{6247F575-A0DC-46BC-82E5-D554E3DF2546}" type="pres">
      <dgm:prSet presAssocID="{2E47EF47-C5E2-4561-BAB1-93E580A6CE0C}" presName="parTx" presStyleLbl="revTx" presStyleIdx="5" presStyleCnt="7">
        <dgm:presLayoutVars>
          <dgm:chMax val="0"/>
          <dgm:chPref val="0"/>
        </dgm:presLayoutVars>
      </dgm:prSet>
      <dgm:spPr/>
    </dgm:pt>
    <dgm:pt modelId="{D6CB1554-3563-40F5-9A19-FD4ADE7A04B8}" type="pres">
      <dgm:prSet presAssocID="{3633205B-A13F-4BD1-80BC-B2C7F1184590}" presName="sibTrans" presStyleCnt="0"/>
      <dgm:spPr/>
    </dgm:pt>
    <dgm:pt modelId="{E5885D2A-1772-41CC-828E-A0BF8BB7F5D9}" type="pres">
      <dgm:prSet presAssocID="{7593A7DF-090E-4899-B92D-9CE09457C949}" presName="compNode" presStyleCnt="0"/>
      <dgm:spPr/>
    </dgm:pt>
    <dgm:pt modelId="{B5633F60-D1F4-4E6A-9916-508858D7BA42}" type="pres">
      <dgm:prSet presAssocID="{7593A7DF-090E-4899-B92D-9CE09457C949}" presName="bgRect" presStyleLbl="bgShp" presStyleIdx="6" presStyleCnt="7"/>
      <dgm:spPr/>
    </dgm:pt>
    <dgm:pt modelId="{F4910BF4-96C8-44C9-9AD4-284BA9F57946}" type="pres">
      <dgm:prSet presAssocID="{7593A7DF-090E-4899-B92D-9CE09457C94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ão de vidro"/>
        </a:ext>
      </dgm:extLst>
    </dgm:pt>
    <dgm:pt modelId="{001F380F-2A76-4ED9-9369-67973DD8B05F}" type="pres">
      <dgm:prSet presAssocID="{7593A7DF-090E-4899-B92D-9CE09457C949}" presName="spaceRect" presStyleCnt="0"/>
      <dgm:spPr/>
    </dgm:pt>
    <dgm:pt modelId="{1CD63698-063F-4BE0-860B-26B07B4F6702}" type="pres">
      <dgm:prSet presAssocID="{7593A7DF-090E-4899-B92D-9CE09457C949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5DF2711A-013D-4AB4-9277-DB0E21FC63CF}" type="presOf" srcId="{2E47EF47-C5E2-4561-BAB1-93E580A6CE0C}" destId="{6247F575-A0DC-46BC-82E5-D554E3DF2546}" srcOrd="0" destOrd="0" presId="urn:microsoft.com/office/officeart/2018/2/layout/IconVerticalSolidList"/>
    <dgm:cxn modelId="{A70E0A26-ED49-4045-9AD4-69618D55D0A1}" type="presOf" srcId="{38733073-59DD-4A2D-BECE-C8A5AE7C73A1}" destId="{93A0313E-ECF6-4136-BCA8-5F1DCA64083F}" srcOrd="0" destOrd="0" presId="urn:microsoft.com/office/officeart/2018/2/layout/IconVerticalSolidList"/>
    <dgm:cxn modelId="{F2616139-B4C3-4D11-AB01-997044170E20}" type="presOf" srcId="{04059AB8-1186-4223-B9DE-1ED71A3B9404}" destId="{0AA6A25E-9BC2-4101-9815-F52C37D5026F}" srcOrd="0" destOrd="0" presId="urn:microsoft.com/office/officeart/2018/2/layout/IconVerticalSolidList"/>
    <dgm:cxn modelId="{F3B1F260-630F-4F4C-96E4-CBE8D794F174}" srcId="{04059AB8-1186-4223-B9DE-1ED71A3B9404}" destId="{81825106-5DE2-49D3-A552-CC5EEE3745BD}" srcOrd="3" destOrd="0" parTransId="{2DADB9BC-66A2-4ED6-9EB2-51E08DE0CCA3}" sibTransId="{1FC52ED5-812D-4360-AF20-F2E1D55F7C24}"/>
    <dgm:cxn modelId="{BD5DF166-5F1E-4678-AB34-AC758F7B89B2}" type="presOf" srcId="{BA199D36-229C-4EA3-8004-6A1BF979BBC8}" destId="{19386857-8E72-4DD3-AA7B-7231C5FF8A62}" srcOrd="0" destOrd="0" presId="urn:microsoft.com/office/officeart/2018/2/layout/IconVerticalSolidList"/>
    <dgm:cxn modelId="{C4098F74-9D53-4DAF-9621-CC8BC3BB64C2}" srcId="{04059AB8-1186-4223-B9DE-1ED71A3B9404}" destId="{7593A7DF-090E-4899-B92D-9CE09457C949}" srcOrd="6" destOrd="0" parTransId="{702AD8FB-E0CB-4DC3-9A49-0C0B7D495065}" sibTransId="{3348F799-D79E-4B12-9D69-28343E688254}"/>
    <dgm:cxn modelId="{988B6776-4724-4834-A5AE-C3113D3C0E5B}" srcId="{04059AB8-1186-4223-B9DE-1ED71A3B9404}" destId="{C63C4CE8-E20B-47DA-8C56-75F93C6BCC4A}" srcOrd="1" destOrd="0" parTransId="{238B31AB-DCDE-4FE4-8D37-A17E17A5B9A6}" sibTransId="{F4AD2968-98DA-4CC0-B6C4-DD3310B6AE65}"/>
    <dgm:cxn modelId="{2C979758-DDD9-4888-A272-9092C512FD44}" srcId="{04059AB8-1186-4223-B9DE-1ED71A3B9404}" destId="{009BFBE4-3044-4FC7-8588-B41EA1B58C0F}" srcOrd="4" destOrd="0" parTransId="{71D39E93-1BEE-4CB2-A520-658457CBC216}" sibTransId="{52BE3505-8773-4EC0-876B-713723CDB323}"/>
    <dgm:cxn modelId="{7AAFDC7C-E4DC-4659-A9B0-DFD3F248B7E1}" type="presOf" srcId="{C63C4CE8-E20B-47DA-8C56-75F93C6BCC4A}" destId="{FAC18D70-D8AA-411C-9804-40A05F2F3A58}" srcOrd="0" destOrd="0" presId="urn:microsoft.com/office/officeart/2018/2/layout/IconVerticalSolidList"/>
    <dgm:cxn modelId="{AE32B0A9-D3A2-49F5-81F6-E932D1A9F6A8}" type="presOf" srcId="{009BFBE4-3044-4FC7-8588-B41EA1B58C0F}" destId="{641A108E-AFD3-4263-90A8-1543671F4DDB}" srcOrd="0" destOrd="0" presId="urn:microsoft.com/office/officeart/2018/2/layout/IconVerticalSolidList"/>
    <dgm:cxn modelId="{C2EC10B6-2156-45B5-AB42-C7DCE0CA30EF}" type="presOf" srcId="{7593A7DF-090E-4899-B92D-9CE09457C949}" destId="{1CD63698-063F-4BE0-860B-26B07B4F6702}" srcOrd="0" destOrd="0" presId="urn:microsoft.com/office/officeart/2018/2/layout/IconVerticalSolidList"/>
    <dgm:cxn modelId="{9D7E9FB8-7C9B-4203-9A47-E3549353619E}" srcId="{04059AB8-1186-4223-B9DE-1ED71A3B9404}" destId="{2E47EF47-C5E2-4561-BAB1-93E580A6CE0C}" srcOrd="5" destOrd="0" parTransId="{39E04792-B460-4397-8131-ED38058DEECE}" sibTransId="{3633205B-A13F-4BD1-80BC-B2C7F1184590}"/>
    <dgm:cxn modelId="{ADFA2FC1-CBBC-4963-8377-ED7DDBFFD0D8}" srcId="{04059AB8-1186-4223-B9DE-1ED71A3B9404}" destId="{BA199D36-229C-4EA3-8004-6A1BF979BBC8}" srcOrd="2" destOrd="0" parTransId="{996AF33C-B438-442B-A298-15A7B3674C1E}" sibTransId="{A2849F36-7A6B-4599-88F2-BA06738B97DD}"/>
    <dgm:cxn modelId="{48878ED6-50D9-41F4-B4D2-2D7A5CD07032}" srcId="{04059AB8-1186-4223-B9DE-1ED71A3B9404}" destId="{38733073-59DD-4A2D-BECE-C8A5AE7C73A1}" srcOrd="0" destOrd="0" parTransId="{74A32788-215D-4E89-991F-6A859C9A6B40}" sibTransId="{52CC75E9-68B2-4068-8609-4A68637D6F87}"/>
    <dgm:cxn modelId="{9AB4D9F6-2EDE-410F-8881-77DBAE9A308F}" type="presOf" srcId="{81825106-5DE2-49D3-A552-CC5EEE3745BD}" destId="{395638A7-79E2-47E4-9CE9-E2F756E46249}" srcOrd="0" destOrd="0" presId="urn:microsoft.com/office/officeart/2018/2/layout/IconVerticalSolidList"/>
    <dgm:cxn modelId="{B8E89895-2589-4385-A238-DBDF199ADC57}" type="presParOf" srcId="{0AA6A25E-9BC2-4101-9815-F52C37D5026F}" destId="{78D8C19F-A448-48F0-A49D-248871527C86}" srcOrd="0" destOrd="0" presId="urn:microsoft.com/office/officeart/2018/2/layout/IconVerticalSolidList"/>
    <dgm:cxn modelId="{CB29D634-FE9F-4875-8053-69117F2A6F3C}" type="presParOf" srcId="{78D8C19F-A448-48F0-A49D-248871527C86}" destId="{D1DA5B27-05A5-4300-A6A7-B48F920F33CB}" srcOrd="0" destOrd="0" presId="urn:microsoft.com/office/officeart/2018/2/layout/IconVerticalSolidList"/>
    <dgm:cxn modelId="{1176A800-D94E-4AF0-BEB1-9C261780C93F}" type="presParOf" srcId="{78D8C19F-A448-48F0-A49D-248871527C86}" destId="{52123A9C-2229-4006-BC0C-F0E6BBDA2427}" srcOrd="1" destOrd="0" presId="urn:microsoft.com/office/officeart/2018/2/layout/IconVerticalSolidList"/>
    <dgm:cxn modelId="{A29352AA-73FD-4AE6-B813-C2DC191B44A9}" type="presParOf" srcId="{78D8C19F-A448-48F0-A49D-248871527C86}" destId="{6CDA766B-CE71-4736-8085-9AF9CFB7524D}" srcOrd="2" destOrd="0" presId="urn:microsoft.com/office/officeart/2018/2/layout/IconVerticalSolidList"/>
    <dgm:cxn modelId="{10A41A1D-13FD-4A25-B36F-1944B91031F8}" type="presParOf" srcId="{78D8C19F-A448-48F0-A49D-248871527C86}" destId="{93A0313E-ECF6-4136-BCA8-5F1DCA64083F}" srcOrd="3" destOrd="0" presId="urn:microsoft.com/office/officeart/2018/2/layout/IconVerticalSolidList"/>
    <dgm:cxn modelId="{297C9E09-E588-42F9-9037-1B01CFF1C8CA}" type="presParOf" srcId="{0AA6A25E-9BC2-4101-9815-F52C37D5026F}" destId="{BBBA351A-E9C9-4214-B279-EA9E0D62CBAC}" srcOrd="1" destOrd="0" presId="urn:microsoft.com/office/officeart/2018/2/layout/IconVerticalSolidList"/>
    <dgm:cxn modelId="{E9C0BFCA-3CB4-472A-9676-9BAE538B131F}" type="presParOf" srcId="{0AA6A25E-9BC2-4101-9815-F52C37D5026F}" destId="{1DEA935B-B84A-4EEE-9920-64A204118C9B}" srcOrd="2" destOrd="0" presId="urn:microsoft.com/office/officeart/2018/2/layout/IconVerticalSolidList"/>
    <dgm:cxn modelId="{CE7B6E0A-5EBE-4610-BD65-DC7DE4AB1C56}" type="presParOf" srcId="{1DEA935B-B84A-4EEE-9920-64A204118C9B}" destId="{B567306B-940A-414E-B5B8-554C2121B040}" srcOrd="0" destOrd="0" presId="urn:microsoft.com/office/officeart/2018/2/layout/IconVerticalSolidList"/>
    <dgm:cxn modelId="{EA775387-D303-4ECD-A11C-8404CF2E0AD6}" type="presParOf" srcId="{1DEA935B-B84A-4EEE-9920-64A204118C9B}" destId="{10C77EC2-5700-4906-8537-54C058719FFA}" srcOrd="1" destOrd="0" presId="urn:microsoft.com/office/officeart/2018/2/layout/IconVerticalSolidList"/>
    <dgm:cxn modelId="{DB9CF14D-3315-4446-B21B-AEEFDF94F56D}" type="presParOf" srcId="{1DEA935B-B84A-4EEE-9920-64A204118C9B}" destId="{1DD6326D-16D6-48D3-B8BF-158300E650F5}" srcOrd="2" destOrd="0" presId="urn:microsoft.com/office/officeart/2018/2/layout/IconVerticalSolidList"/>
    <dgm:cxn modelId="{7448AD2A-AF73-4279-91E8-E04CAA560E8F}" type="presParOf" srcId="{1DEA935B-B84A-4EEE-9920-64A204118C9B}" destId="{FAC18D70-D8AA-411C-9804-40A05F2F3A58}" srcOrd="3" destOrd="0" presId="urn:microsoft.com/office/officeart/2018/2/layout/IconVerticalSolidList"/>
    <dgm:cxn modelId="{38F25AC8-D55A-4466-A416-C52CECEAA725}" type="presParOf" srcId="{0AA6A25E-9BC2-4101-9815-F52C37D5026F}" destId="{7A0304DC-5843-4E1A-93CD-11BE49B1974D}" srcOrd="3" destOrd="0" presId="urn:microsoft.com/office/officeart/2018/2/layout/IconVerticalSolidList"/>
    <dgm:cxn modelId="{3599426A-14C8-4436-8020-864D92000F69}" type="presParOf" srcId="{0AA6A25E-9BC2-4101-9815-F52C37D5026F}" destId="{3B588136-97D1-4B12-9099-E3AFCABF9DDA}" srcOrd="4" destOrd="0" presId="urn:microsoft.com/office/officeart/2018/2/layout/IconVerticalSolidList"/>
    <dgm:cxn modelId="{13E12AF1-59C0-4491-97C5-5FFF594D5B8F}" type="presParOf" srcId="{3B588136-97D1-4B12-9099-E3AFCABF9DDA}" destId="{B5317B9F-8642-46B7-9208-3CB43A5CF087}" srcOrd="0" destOrd="0" presId="urn:microsoft.com/office/officeart/2018/2/layout/IconVerticalSolidList"/>
    <dgm:cxn modelId="{3A4928C1-5C91-4BE7-813A-F14A759AFBCF}" type="presParOf" srcId="{3B588136-97D1-4B12-9099-E3AFCABF9DDA}" destId="{CE2A4418-4B18-4964-9971-551275691EF0}" srcOrd="1" destOrd="0" presId="urn:microsoft.com/office/officeart/2018/2/layout/IconVerticalSolidList"/>
    <dgm:cxn modelId="{3CB9F4D5-9F46-4E75-A4C3-7BB17662DC63}" type="presParOf" srcId="{3B588136-97D1-4B12-9099-E3AFCABF9DDA}" destId="{F9C95833-ACF3-4D5F-BD5B-2849B26887EA}" srcOrd="2" destOrd="0" presId="urn:microsoft.com/office/officeart/2018/2/layout/IconVerticalSolidList"/>
    <dgm:cxn modelId="{3AF184F8-CCE8-464E-8E78-44FB7DCDB32C}" type="presParOf" srcId="{3B588136-97D1-4B12-9099-E3AFCABF9DDA}" destId="{19386857-8E72-4DD3-AA7B-7231C5FF8A62}" srcOrd="3" destOrd="0" presId="urn:microsoft.com/office/officeart/2018/2/layout/IconVerticalSolidList"/>
    <dgm:cxn modelId="{7E6196E7-262B-4CD9-ACCA-692CE8A7245E}" type="presParOf" srcId="{0AA6A25E-9BC2-4101-9815-F52C37D5026F}" destId="{66A8A1EA-AB23-44D4-BB8E-83D937938D90}" srcOrd="5" destOrd="0" presId="urn:microsoft.com/office/officeart/2018/2/layout/IconVerticalSolidList"/>
    <dgm:cxn modelId="{2F5AD5A4-BE7E-4AFC-832B-97626519558D}" type="presParOf" srcId="{0AA6A25E-9BC2-4101-9815-F52C37D5026F}" destId="{7B601882-E601-4272-AA49-68F437B16A4A}" srcOrd="6" destOrd="0" presId="urn:microsoft.com/office/officeart/2018/2/layout/IconVerticalSolidList"/>
    <dgm:cxn modelId="{0BA9EE0D-2F5E-44C9-88AC-B0D2B5114A8E}" type="presParOf" srcId="{7B601882-E601-4272-AA49-68F437B16A4A}" destId="{141B88BC-D616-4C56-A6C6-E5F1D14D4AAC}" srcOrd="0" destOrd="0" presId="urn:microsoft.com/office/officeart/2018/2/layout/IconVerticalSolidList"/>
    <dgm:cxn modelId="{5D239293-84A1-402D-827C-64BED722CD3E}" type="presParOf" srcId="{7B601882-E601-4272-AA49-68F437B16A4A}" destId="{9B0AF8C2-E3C9-4C57-B510-DFF2C98B2749}" srcOrd="1" destOrd="0" presId="urn:microsoft.com/office/officeart/2018/2/layout/IconVerticalSolidList"/>
    <dgm:cxn modelId="{A4E9B2D0-DB11-4A34-8D37-93CD33A919E7}" type="presParOf" srcId="{7B601882-E601-4272-AA49-68F437B16A4A}" destId="{C0047953-CC8B-4BE5-AA1B-6180185B2859}" srcOrd="2" destOrd="0" presId="urn:microsoft.com/office/officeart/2018/2/layout/IconVerticalSolidList"/>
    <dgm:cxn modelId="{51D1EEDA-B174-41D7-AADE-5C12B1EE284F}" type="presParOf" srcId="{7B601882-E601-4272-AA49-68F437B16A4A}" destId="{395638A7-79E2-47E4-9CE9-E2F756E46249}" srcOrd="3" destOrd="0" presId="urn:microsoft.com/office/officeart/2018/2/layout/IconVerticalSolidList"/>
    <dgm:cxn modelId="{97D0CAB0-3906-48A6-8A81-3471005BB927}" type="presParOf" srcId="{0AA6A25E-9BC2-4101-9815-F52C37D5026F}" destId="{710CBA16-D186-4A4A-898E-BC48FFF2D134}" srcOrd="7" destOrd="0" presId="urn:microsoft.com/office/officeart/2018/2/layout/IconVerticalSolidList"/>
    <dgm:cxn modelId="{1BE92608-3886-43C8-9B52-1B0E84C726B4}" type="presParOf" srcId="{0AA6A25E-9BC2-4101-9815-F52C37D5026F}" destId="{D369600A-835E-4EF5-A38A-4F61F0F5BCE4}" srcOrd="8" destOrd="0" presId="urn:microsoft.com/office/officeart/2018/2/layout/IconVerticalSolidList"/>
    <dgm:cxn modelId="{26D1561C-ACF4-474D-9C90-1E80CC3764A6}" type="presParOf" srcId="{D369600A-835E-4EF5-A38A-4F61F0F5BCE4}" destId="{865C4243-95C9-4F42-81DC-DDA719F0FF9B}" srcOrd="0" destOrd="0" presId="urn:microsoft.com/office/officeart/2018/2/layout/IconVerticalSolidList"/>
    <dgm:cxn modelId="{A29CB66C-17C6-4833-B300-C3FEB8A6739E}" type="presParOf" srcId="{D369600A-835E-4EF5-A38A-4F61F0F5BCE4}" destId="{4E54A9E8-FFE2-4915-A454-37A08F6387ED}" srcOrd="1" destOrd="0" presId="urn:microsoft.com/office/officeart/2018/2/layout/IconVerticalSolidList"/>
    <dgm:cxn modelId="{8574B4B4-C43C-4764-908F-9BACA28DDB9A}" type="presParOf" srcId="{D369600A-835E-4EF5-A38A-4F61F0F5BCE4}" destId="{C49C8E5B-5A00-4DAA-822D-55D1E4021664}" srcOrd="2" destOrd="0" presId="urn:microsoft.com/office/officeart/2018/2/layout/IconVerticalSolidList"/>
    <dgm:cxn modelId="{A60D8888-1552-4DFC-A5A6-3C009295102A}" type="presParOf" srcId="{D369600A-835E-4EF5-A38A-4F61F0F5BCE4}" destId="{641A108E-AFD3-4263-90A8-1543671F4DDB}" srcOrd="3" destOrd="0" presId="urn:microsoft.com/office/officeart/2018/2/layout/IconVerticalSolidList"/>
    <dgm:cxn modelId="{C2015AF2-1599-4A06-B5E3-399B38647391}" type="presParOf" srcId="{0AA6A25E-9BC2-4101-9815-F52C37D5026F}" destId="{224A9441-0202-4D5B-9F41-C952098452E9}" srcOrd="9" destOrd="0" presId="urn:microsoft.com/office/officeart/2018/2/layout/IconVerticalSolidList"/>
    <dgm:cxn modelId="{D3239BCA-27EE-4EC0-9EF9-8272B366169E}" type="presParOf" srcId="{0AA6A25E-9BC2-4101-9815-F52C37D5026F}" destId="{9819FB8B-3EF5-4C50-9442-21CA306F78A7}" srcOrd="10" destOrd="0" presId="urn:microsoft.com/office/officeart/2018/2/layout/IconVerticalSolidList"/>
    <dgm:cxn modelId="{5FD95CD6-02F9-4DA1-B22D-4662236739A8}" type="presParOf" srcId="{9819FB8B-3EF5-4C50-9442-21CA306F78A7}" destId="{53701DE0-E869-4F49-AE15-1E667899A924}" srcOrd="0" destOrd="0" presId="urn:microsoft.com/office/officeart/2018/2/layout/IconVerticalSolidList"/>
    <dgm:cxn modelId="{518B94C9-E401-4410-803D-A4A38E86BA33}" type="presParOf" srcId="{9819FB8B-3EF5-4C50-9442-21CA306F78A7}" destId="{7CB4FD54-DFA3-45C1-839C-313014E1B4B4}" srcOrd="1" destOrd="0" presId="urn:microsoft.com/office/officeart/2018/2/layout/IconVerticalSolidList"/>
    <dgm:cxn modelId="{0F502F71-D046-4EC2-A245-4EF06ACD79B5}" type="presParOf" srcId="{9819FB8B-3EF5-4C50-9442-21CA306F78A7}" destId="{F8B23818-A092-4075-8E2A-BD02A53937EF}" srcOrd="2" destOrd="0" presId="urn:microsoft.com/office/officeart/2018/2/layout/IconVerticalSolidList"/>
    <dgm:cxn modelId="{ED5D283E-2A49-4AEC-8192-FC4C4F878AFE}" type="presParOf" srcId="{9819FB8B-3EF5-4C50-9442-21CA306F78A7}" destId="{6247F575-A0DC-46BC-82E5-D554E3DF2546}" srcOrd="3" destOrd="0" presId="urn:microsoft.com/office/officeart/2018/2/layout/IconVerticalSolidList"/>
    <dgm:cxn modelId="{6B38C3DD-4485-4070-B8E6-5B885BF85684}" type="presParOf" srcId="{0AA6A25E-9BC2-4101-9815-F52C37D5026F}" destId="{D6CB1554-3563-40F5-9A19-FD4ADE7A04B8}" srcOrd="11" destOrd="0" presId="urn:microsoft.com/office/officeart/2018/2/layout/IconVerticalSolidList"/>
    <dgm:cxn modelId="{731E4120-3AB8-4D1E-9407-CCC90BCC0322}" type="presParOf" srcId="{0AA6A25E-9BC2-4101-9815-F52C37D5026F}" destId="{E5885D2A-1772-41CC-828E-A0BF8BB7F5D9}" srcOrd="12" destOrd="0" presId="urn:microsoft.com/office/officeart/2018/2/layout/IconVerticalSolidList"/>
    <dgm:cxn modelId="{DA50F2DA-05A1-45FD-BF98-4E6CEA6AD681}" type="presParOf" srcId="{E5885D2A-1772-41CC-828E-A0BF8BB7F5D9}" destId="{B5633F60-D1F4-4E6A-9916-508858D7BA42}" srcOrd="0" destOrd="0" presId="urn:microsoft.com/office/officeart/2018/2/layout/IconVerticalSolidList"/>
    <dgm:cxn modelId="{D190E702-878C-40D7-AD8F-1ABA42CD41E1}" type="presParOf" srcId="{E5885D2A-1772-41CC-828E-A0BF8BB7F5D9}" destId="{F4910BF4-96C8-44C9-9AD4-284BA9F57946}" srcOrd="1" destOrd="0" presId="urn:microsoft.com/office/officeart/2018/2/layout/IconVerticalSolidList"/>
    <dgm:cxn modelId="{A15BB624-6424-474F-92D0-502E6AFB8B97}" type="presParOf" srcId="{E5885D2A-1772-41CC-828E-A0BF8BB7F5D9}" destId="{001F380F-2A76-4ED9-9369-67973DD8B05F}" srcOrd="2" destOrd="0" presId="urn:microsoft.com/office/officeart/2018/2/layout/IconVerticalSolidList"/>
    <dgm:cxn modelId="{0AFD83E7-B181-48E3-9D75-E0F47271CBCC}" type="presParOf" srcId="{E5885D2A-1772-41CC-828E-A0BF8BB7F5D9}" destId="{1CD63698-063F-4BE0-860B-26B07B4F67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B11DB-DA9B-4F1E-9CEA-2F0B624B1229}">
      <dsp:nvSpPr>
        <dsp:cNvPr id="0" name=""/>
        <dsp:cNvSpPr/>
      </dsp:nvSpPr>
      <dsp:spPr>
        <a:xfrm>
          <a:off x="0" y="286"/>
          <a:ext cx="5245383" cy="394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6A6E0E-2AEC-4863-813D-39150F14DCAA}">
      <dsp:nvSpPr>
        <dsp:cNvPr id="0" name=""/>
        <dsp:cNvSpPr/>
      </dsp:nvSpPr>
      <dsp:spPr>
        <a:xfrm>
          <a:off x="119232" y="88971"/>
          <a:ext cx="216786" cy="2167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52156-CE00-4279-A895-B32FBDDAF53F}">
      <dsp:nvSpPr>
        <dsp:cNvPr id="0" name=""/>
        <dsp:cNvSpPr/>
      </dsp:nvSpPr>
      <dsp:spPr>
        <a:xfrm>
          <a:off x="455252" y="286"/>
          <a:ext cx="4790130" cy="394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715" tIns="41715" rIns="41715" bIns="417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Categorias</a:t>
          </a:r>
          <a:r>
            <a:rPr lang="en-US" sz="1400" kern="1200" dirty="0"/>
            <a:t> - </a:t>
          </a:r>
          <a:r>
            <a:rPr lang="en-US" sz="1400" kern="1200" dirty="0" err="1"/>
            <a:t>Tipos</a:t>
          </a:r>
          <a:r>
            <a:rPr lang="en-US" sz="1400" kern="1200" dirty="0"/>
            <a:t> de </a:t>
          </a:r>
          <a:r>
            <a:rPr lang="en-US" sz="1400" kern="1200" dirty="0" err="1"/>
            <a:t>veículos</a:t>
          </a:r>
          <a:endParaRPr lang="en-US" sz="1400" kern="1200" dirty="0"/>
        </a:p>
      </dsp:txBody>
      <dsp:txXfrm>
        <a:off x="455252" y="286"/>
        <a:ext cx="4790130" cy="394157"/>
      </dsp:txXfrm>
    </dsp:sp>
    <dsp:sp modelId="{EC6574FA-E989-480A-BB24-984E0580D4CD}">
      <dsp:nvSpPr>
        <dsp:cNvPr id="0" name=""/>
        <dsp:cNvSpPr/>
      </dsp:nvSpPr>
      <dsp:spPr>
        <a:xfrm>
          <a:off x="0" y="492983"/>
          <a:ext cx="5245383" cy="394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B9E5CC-E252-47D1-B9DF-4A4F26EE5177}">
      <dsp:nvSpPr>
        <dsp:cNvPr id="0" name=""/>
        <dsp:cNvSpPr/>
      </dsp:nvSpPr>
      <dsp:spPr>
        <a:xfrm>
          <a:off x="119232" y="581669"/>
          <a:ext cx="216786" cy="2167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14B66-10E9-4672-A49D-CCE89C3D7F54}">
      <dsp:nvSpPr>
        <dsp:cNvPr id="0" name=""/>
        <dsp:cNvSpPr/>
      </dsp:nvSpPr>
      <dsp:spPr>
        <a:xfrm>
          <a:off x="455252" y="492983"/>
          <a:ext cx="4790130" cy="394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715" tIns="41715" rIns="41715" bIns="417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Veículos</a:t>
          </a:r>
          <a:r>
            <a:rPr lang="en-US" sz="1400" kern="1200" dirty="0"/>
            <a:t> - Frota completa com 30 </a:t>
          </a:r>
          <a:r>
            <a:rPr lang="en-US" sz="1400" kern="1200" dirty="0" err="1"/>
            <a:t>marcas</a:t>
          </a:r>
          <a:r>
            <a:rPr lang="en-US" sz="1400" kern="1200" dirty="0"/>
            <a:t> </a:t>
          </a:r>
          <a:r>
            <a:rPr lang="en-US" sz="1400" kern="1200" dirty="0" err="1"/>
            <a:t>disponíveis</a:t>
          </a:r>
          <a:endParaRPr lang="en-US" sz="1400" kern="1200" dirty="0"/>
        </a:p>
      </dsp:txBody>
      <dsp:txXfrm>
        <a:off x="455252" y="492983"/>
        <a:ext cx="4790130" cy="394157"/>
      </dsp:txXfrm>
    </dsp:sp>
    <dsp:sp modelId="{BBF7C123-9022-493E-894A-D7C3A84E9648}">
      <dsp:nvSpPr>
        <dsp:cNvPr id="0" name=""/>
        <dsp:cNvSpPr/>
      </dsp:nvSpPr>
      <dsp:spPr>
        <a:xfrm>
          <a:off x="0" y="985681"/>
          <a:ext cx="5245383" cy="394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983085-23C8-49C8-8F9D-B23ED7D652DC}">
      <dsp:nvSpPr>
        <dsp:cNvPr id="0" name=""/>
        <dsp:cNvSpPr/>
      </dsp:nvSpPr>
      <dsp:spPr>
        <a:xfrm>
          <a:off x="119232" y="1074366"/>
          <a:ext cx="216786" cy="2167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FE27C-9E1F-484A-990F-A20CCC9D93D5}">
      <dsp:nvSpPr>
        <dsp:cNvPr id="0" name=""/>
        <dsp:cNvSpPr/>
      </dsp:nvSpPr>
      <dsp:spPr>
        <a:xfrm>
          <a:off x="455252" y="985681"/>
          <a:ext cx="4790130" cy="394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715" tIns="41715" rIns="41715" bIns="417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Clientes</a:t>
          </a:r>
          <a:r>
            <a:rPr lang="en-US" sz="1400" kern="1200" dirty="0"/>
            <a:t> - Dados </a:t>
          </a:r>
          <a:r>
            <a:rPr lang="en-US" sz="1400" kern="1200" dirty="0" err="1"/>
            <a:t>pessoais</a:t>
          </a:r>
          <a:r>
            <a:rPr lang="en-US" sz="1400" kern="1200" dirty="0"/>
            <a:t> com </a:t>
          </a:r>
          <a:r>
            <a:rPr lang="en-US" sz="1400" kern="1200" dirty="0" err="1"/>
            <a:t>validação</a:t>
          </a:r>
          <a:r>
            <a:rPr lang="en-US" sz="1400" kern="1200" dirty="0"/>
            <a:t> de NIF</a:t>
          </a:r>
        </a:p>
      </dsp:txBody>
      <dsp:txXfrm>
        <a:off x="455252" y="985681"/>
        <a:ext cx="4790130" cy="394157"/>
      </dsp:txXfrm>
    </dsp:sp>
    <dsp:sp modelId="{3C6504DA-CF3F-47F0-92B0-AA8C309FDE96}">
      <dsp:nvSpPr>
        <dsp:cNvPr id="0" name=""/>
        <dsp:cNvSpPr/>
      </dsp:nvSpPr>
      <dsp:spPr>
        <a:xfrm>
          <a:off x="0" y="1478378"/>
          <a:ext cx="5245383" cy="394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CAED0-0FF9-4C9E-A1EE-B8CF4BB86CA8}">
      <dsp:nvSpPr>
        <dsp:cNvPr id="0" name=""/>
        <dsp:cNvSpPr/>
      </dsp:nvSpPr>
      <dsp:spPr>
        <a:xfrm>
          <a:off x="119232" y="1567064"/>
          <a:ext cx="216786" cy="2167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17C56-D703-4DFB-9DC8-B94DC6E04208}">
      <dsp:nvSpPr>
        <dsp:cNvPr id="0" name=""/>
        <dsp:cNvSpPr/>
      </dsp:nvSpPr>
      <dsp:spPr>
        <a:xfrm>
          <a:off x="455252" y="1478378"/>
          <a:ext cx="4790130" cy="394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715" tIns="41715" rIns="41715" bIns="417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</a:t>
          </a:r>
          <a:r>
            <a:rPr lang="en-US" sz="1400" kern="1200" dirty="0" err="1"/>
            <a:t>Funcionários</a:t>
          </a:r>
          <a:r>
            <a:rPr lang="en-US" sz="1400" kern="1200" dirty="0"/>
            <a:t> - </a:t>
          </a:r>
          <a:r>
            <a:rPr lang="en-US" sz="1400" kern="1200" dirty="0" err="1"/>
            <a:t>Equipa</a:t>
          </a:r>
          <a:r>
            <a:rPr lang="en-US" sz="1400" kern="1200" dirty="0"/>
            <a:t> da </a:t>
          </a:r>
          <a:r>
            <a:rPr lang="en-US" sz="1400" kern="1200" dirty="0" err="1"/>
            <a:t>empresa</a:t>
          </a:r>
          <a:endParaRPr lang="en-US" sz="1400" kern="1200" dirty="0"/>
        </a:p>
      </dsp:txBody>
      <dsp:txXfrm>
        <a:off x="455252" y="1478378"/>
        <a:ext cx="4790130" cy="394157"/>
      </dsp:txXfrm>
    </dsp:sp>
    <dsp:sp modelId="{9730463F-9FC7-4E81-9F06-439E7908E289}">
      <dsp:nvSpPr>
        <dsp:cNvPr id="0" name=""/>
        <dsp:cNvSpPr/>
      </dsp:nvSpPr>
      <dsp:spPr>
        <a:xfrm>
          <a:off x="0" y="1971075"/>
          <a:ext cx="5245383" cy="394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4A43C-322E-4294-911C-7AAF60ED39EB}">
      <dsp:nvSpPr>
        <dsp:cNvPr id="0" name=""/>
        <dsp:cNvSpPr/>
      </dsp:nvSpPr>
      <dsp:spPr>
        <a:xfrm>
          <a:off x="119232" y="2059761"/>
          <a:ext cx="216786" cy="2167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B28EC-C398-4FD2-A383-77ECC23BEB23}">
      <dsp:nvSpPr>
        <dsp:cNvPr id="0" name=""/>
        <dsp:cNvSpPr/>
      </dsp:nvSpPr>
      <dsp:spPr>
        <a:xfrm>
          <a:off x="455252" y="1971075"/>
          <a:ext cx="4790130" cy="394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715" tIns="41715" rIns="41715" bIns="417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Reservas</a:t>
          </a:r>
          <a:r>
            <a:rPr lang="en-US" sz="1400" kern="1200" dirty="0"/>
            <a:t> - </a:t>
          </a:r>
          <a:r>
            <a:rPr lang="en-US" sz="1400" kern="1200" dirty="0" err="1"/>
            <a:t>Gestão</a:t>
          </a:r>
          <a:r>
            <a:rPr lang="en-US" sz="1400" kern="1200" dirty="0"/>
            <a:t> de </a:t>
          </a:r>
          <a:r>
            <a:rPr lang="en-US" sz="1400" kern="1200" dirty="0" err="1"/>
            <a:t>alugueres</a:t>
          </a:r>
          <a:r>
            <a:rPr lang="en-US" sz="1400" kern="1200" dirty="0"/>
            <a:t> com </a:t>
          </a:r>
          <a:r>
            <a:rPr lang="en-US" sz="1400" kern="1200" dirty="0" err="1"/>
            <a:t>controlo</a:t>
          </a:r>
          <a:r>
            <a:rPr lang="en-US" sz="1400" kern="1200" dirty="0"/>
            <a:t> de </a:t>
          </a:r>
          <a:r>
            <a:rPr lang="en-US" sz="1400" kern="1200" dirty="0" err="1"/>
            <a:t>estados</a:t>
          </a:r>
          <a:endParaRPr lang="en-US" sz="1400" kern="1200" dirty="0"/>
        </a:p>
      </dsp:txBody>
      <dsp:txXfrm>
        <a:off x="455252" y="1971075"/>
        <a:ext cx="4790130" cy="394157"/>
      </dsp:txXfrm>
    </dsp:sp>
    <dsp:sp modelId="{AEA13EC3-C2CB-42CD-8949-8A5DC265B5B4}">
      <dsp:nvSpPr>
        <dsp:cNvPr id="0" name=""/>
        <dsp:cNvSpPr/>
      </dsp:nvSpPr>
      <dsp:spPr>
        <a:xfrm>
          <a:off x="0" y="2463773"/>
          <a:ext cx="5245383" cy="394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55CE5A-C2DC-4BF9-991C-39D0D42A0A4D}">
      <dsp:nvSpPr>
        <dsp:cNvPr id="0" name=""/>
        <dsp:cNvSpPr/>
      </dsp:nvSpPr>
      <dsp:spPr>
        <a:xfrm>
          <a:off x="119232" y="2552458"/>
          <a:ext cx="216786" cy="21678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1849F-E952-4BC0-9607-BAEF02548D0A}">
      <dsp:nvSpPr>
        <dsp:cNvPr id="0" name=""/>
        <dsp:cNvSpPr/>
      </dsp:nvSpPr>
      <dsp:spPr>
        <a:xfrm>
          <a:off x="455252" y="2463773"/>
          <a:ext cx="4790130" cy="394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715" tIns="41715" rIns="41715" bIns="417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Manutenções</a:t>
          </a:r>
          <a:r>
            <a:rPr lang="en-US" sz="1400" kern="1200" dirty="0"/>
            <a:t> - Histórico </a:t>
          </a:r>
          <a:r>
            <a:rPr lang="en-US" sz="1400" kern="1200" dirty="0" err="1"/>
            <a:t>completo</a:t>
          </a:r>
          <a:r>
            <a:rPr lang="en-US" sz="1400" kern="1200" dirty="0"/>
            <a:t> de </a:t>
          </a:r>
          <a:r>
            <a:rPr lang="en-US" sz="1400" kern="1200" dirty="0" err="1"/>
            <a:t>intervenções</a:t>
          </a:r>
          <a:endParaRPr lang="en-US" sz="1400" kern="1200" dirty="0"/>
        </a:p>
      </dsp:txBody>
      <dsp:txXfrm>
        <a:off x="455252" y="2463773"/>
        <a:ext cx="4790130" cy="394157"/>
      </dsp:txXfrm>
    </dsp:sp>
    <dsp:sp modelId="{BD832B8D-123C-4CE9-B94C-B82A2B159DE8}">
      <dsp:nvSpPr>
        <dsp:cNvPr id="0" name=""/>
        <dsp:cNvSpPr/>
      </dsp:nvSpPr>
      <dsp:spPr>
        <a:xfrm>
          <a:off x="0" y="2956470"/>
          <a:ext cx="5245383" cy="394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AA3ED-5795-46E4-8395-C486426B2757}">
      <dsp:nvSpPr>
        <dsp:cNvPr id="0" name=""/>
        <dsp:cNvSpPr/>
      </dsp:nvSpPr>
      <dsp:spPr>
        <a:xfrm>
          <a:off x="119232" y="3045156"/>
          <a:ext cx="216786" cy="21678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7BD85-BE2A-4A68-A866-0D693CCF1FB2}">
      <dsp:nvSpPr>
        <dsp:cNvPr id="0" name=""/>
        <dsp:cNvSpPr/>
      </dsp:nvSpPr>
      <dsp:spPr>
        <a:xfrm>
          <a:off x="455252" y="2956470"/>
          <a:ext cx="4790130" cy="394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715" tIns="41715" rIns="41715" bIns="417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Clientes_Favoritos</a:t>
          </a:r>
          <a:r>
            <a:rPr lang="en-US" sz="1400" kern="1200" dirty="0"/>
            <a:t> - </a:t>
          </a:r>
          <a:r>
            <a:rPr lang="en-US" sz="1400" kern="1200" dirty="0" err="1"/>
            <a:t>Relação</a:t>
          </a:r>
          <a:r>
            <a:rPr lang="en-US" sz="1400" kern="1200" dirty="0"/>
            <a:t> Many-to-Many (</a:t>
          </a:r>
          <a:r>
            <a:rPr lang="en-US" sz="1400" kern="1200" dirty="0" err="1"/>
            <a:t>Cliente</a:t>
          </a:r>
          <a:r>
            <a:rPr lang="en-US" sz="1400" kern="1200" dirty="0"/>
            <a:t> ↔ </a:t>
          </a:r>
          <a:r>
            <a:rPr lang="en-US" sz="1400" kern="1200" dirty="0" err="1"/>
            <a:t>Veículo</a:t>
          </a:r>
          <a:r>
            <a:rPr lang="en-US" sz="1400" kern="1200" dirty="0"/>
            <a:t>)</a:t>
          </a:r>
        </a:p>
      </dsp:txBody>
      <dsp:txXfrm>
        <a:off x="455252" y="2956470"/>
        <a:ext cx="4790130" cy="394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DA5B27-05A5-4300-A6A7-B48F920F33CB}">
      <dsp:nvSpPr>
        <dsp:cNvPr id="0" name=""/>
        <dsp:cNvSpPr/>
      </dsp:nvSpPr>
      <dsp:spPr>
        <a:xfrm>
          <a:off x="0" y="1922"/>
          <a:ext cx="4838958" cy="3073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123A9C-2229-4006-BC0C-F0E6BBDA2427}">
      <dsp:nvSpPr>
        <dsp:cNvPr id="0" name=""/>
        <dsp:cNvSpPr/>
      </dsp:nvSpPr>
      <dsp:spPr>
        <a:xfrm>
          <a:off x="92968" y="71072"/>
          <a:ext cx="169199" cy="1690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0313E-ECF6-4136-BCA8-5F1DCA64083F}">
      <dsp:nvSpPr>
        <dsp:cNvPr id="0" name=""/>
        <dsp:cNvSpPr/>
      </dsp:nvSpPr>
      <dsp:spPr>
        <a:xfrm>
          <a:off x="355137" y="1922"/>
          <a:ext cx="4436051" cy="393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74" tIns="41674" rIns="41674" bIns="4167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Um cliente pode favoritar múltiplos veículos</a:t>
          </a:r>
        </a:p>
      </dsp:txBody>
      <dsp:txXfrm>
        <a:off x="355137" y="1922"/>
        <a:ext cx="4436051" cy="393773"/>
      </dsp:txXfrm>
    </dsp:sp>
    <dsp:sp modelId="{B567306B-940A-414E-B5B8-554C2121B040}">
      <dsp:nvSpPr>
        <dsp:cNvPr id="0" name=""/>
        <dsp:cNvSpPr/>
      </dsp:nvSpPr>
      <dsp:spPr>
        <a:xfrm>
          <a:off x="0" y="494138"/>
          <a:ext cx="4838958" cy="3073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77EC2-5700-4906-8537-54C058719FFA}">
      <dsp:nvSpPr>
        <dsp:cNvPr id="0" name=""/>
        <dsp:cNvSpPr/>
      </dsp:nvSpPr>
      <dsp:spPr>
        <a:xfrm>
          <a:off x="92968" y="563288"/>
          <a:ext cx="169199" cy="1690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18D70-D8AA-411C-9804-40A05F2F3A58}">
      <dsp:nvSpPr>
        <dsp:cNvPr id="0" name=""/>
        <dsp:cNvSpPr/>
      </dsp:nvSpPr>
      <dsp:spPr>
        <a:xfrm>
          <a:off x="355137" y="494138"/>
          <a:ext cx="4436051" cy="393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74" tIns="41674" rIns="41674" bIns="4167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Um veículo pode ser favoritado por múltiplos clientes</a:t>
          </a:r>
        </a:p>
      </dsp:txBody>
      <dsp:txXfrm>
        <a:off x="355137" y="494138"/>
        <a:ext cx="4436051" cy="393773"/>
      </dsp:txXfrm>
    </dsp:sp>
    <dsp:sp modelId="{B5317B9F-8642-46B7-9208-3CB43A5CF087}">
      <dsp:nvSpPr>
        <dsp:cNvPr id="0" name=""/>
        <dsp:cNvSpPr/>
      </dsp:nvSpPr>
      <dsp:spPr>
        <a:xfrm>
          <a:off x="0" y="986354"/>
          <a:ext cx="4838958" cy="3073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2A4418-4B18-4964-9971-551275691EF0}">
      <dsp:nvSpPr>
        <dsp:cNvPr id="0" name=""/>
        <dsp:cNvSpPr/>
      </dsp:nvSpPr>
      <dsp:spPr>
        <a:xfrm>
          <a:off x="92968" y="1055505"/>
          <a:ext cx="169199" cy="1690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86857-8E72-4DD3-AA7B-7231C5FF8A62}">
      <dsp:nvSpPr>
        <dsp:cNvPr id="0" name=""/>
        <dsp:cNvSpPr/>
      </dsp:nvSpPr>
      <dsp:spPr>
        <a:xfrm>
          <a:off x="355137" y="986354"/>
          <a:ext cx="4436051" cy="393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74" tIns="41674" rIns="41674" bIns="4167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Tabela clientes_favoritos com chave primária composta</a:t>
          </a:r>
        </a:p>
      </dsp:txBody>
      <dsp:txXfrm>
        <a:off x="355137" y="986354"/>
        <a:ext cx="4436051" cy="393773"/>
      </dsp:txXfrm>
    </dsp:sp>
    <dsp:sp modelId="{141B88BC-D616-4C56-A6C6-E5F1D14D4AAC}">
      <dsp:nvSpPr>
        <dsp:cNvPr id="0" name=""/>
        <dsp:cNvSpPr/>
      </dsp:nvSpPr>
      <dsp:spPr>
        <a:xfrm>
          <a:off x="0" y="1478570"/>
          <a:ext cx="4838958" cy="3073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0AF8C2-E3C9-4C57-B510-DFF2C98B2749}">
      <dsp:nvSpPr>
        <dsp:cNvPr id="0" name=""/>
        <dsp:cNvSpPr/>
      </dsp:nvSpPr>
      <dsp:spPr>
        <a:xfrm>
          <a:off x="92968" y="1547721"/>
          <a:ext cx="169199" cy="1690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638A7-79E2-47E4-9CE9-E2F756E46249}">
      <dsp:nvSpPr>
        <dsp:cNvPr id="0" name=""/>
        <dsp:cNvSpPr/>
      </dsp:nvSpPr>
      <dsp:spPr>
        <a:xfrm>
          <a:off x="355137" y="1478570"/>
          <a:ext cx="4436051" cy="393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74" tIns="41674" rIns="41674" bIns="4167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Controller REST dedicado no LoopBack 4</a:t>
          </a:r>
        </a:p>
      </dsp:txBody>
      <dsp:txXfrm>
        <a:off x="355137" y="1478570"/>
        <a:ext cx="4436051" cy="393773"/>
      </dsp:txXfrm>
    </dsp:sp>
    <dsp:sp modelId="{865C4243-95C9-4F42-81DC-DDA719F0FF9B}">
      <dsp:nvSpPr>
        <dsp:cNvPr id="0" name=""/>
        <dsp:cNvSpPr/>
      </dsp:nvSpPr>
      <dsp:spPr>
        <a:xfrm>
          <a:off x="0" y="1970787"/>
          <a:ext cx="4838958" cy="3073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4A9E8-FFE2-4915-A454-37A08F6387ED}">
      <dsp:nvSpPr>
        <dsp:cNvPr id="0" name=""/>
        <dsp:cNvSpPr/>
      </dsp:nvSpPr>
      <dsp:spPr>
        <a:xfrm>
          <a:off x="92968" y="2039937"/>
          <a:ext cx="169199" cy="16903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A108E-AFD3-4263-90A8-1543671F4DDB}">
      <dsp:nvSpPr>
        <dsp:cNvPr id="0" name=""/>
        <dsp:cNvSpPr/>
      </dsp:nvSpPr>
      <dsp:spPr>
        <a:xfrm>
          <a:off x="355137" y="1970787"/>
          <a:ext cx="4436051" cy="393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74" tIns="41674" rIns="41674" bIns="4167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Resource CRUD completo no React Admin</a:t>
          </a:r>
        </a:p>
      </dsp:txBody>
      <dsp:txXfrm>
        <a:off x="355137" y="1970787"/>
        <a:ext cx="4436051" cy="393773"/>
      </dsp:txXfrm>
    </dsp:sp>
    <dsp:sp modelId="{53701DE0-E869-4F49-AE15-1E667899A924}">
      <dsp:nvSpPr>
        <dsp:cNvPr id="0" name=""/>
        <dsp:cNvSpPr/>
      </dsp:nvSpPr>
      <dsp:spPr>
        <a:xfrm>
          <a:off x="0" y="2463003"/>
          <a:ext cx="4838958" cy="3073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4FD54-DFA3-45C1-839C-313014E1B4B4}">
      <dsp:nvSpPr>
        <dsp:cNvPr id="0" name=""/>
        <dsp:cNvSpPr/>
      </dsp:nvSpPr>
      <dsp:spPr>
        <a:xfrm>
          <a:off x="92968" y="2532153"/>
          <a:ext cx="169199" cy="16903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7F575-A0DC-46BC-82E5-D554E3DF2546}">
      <dsp:nvSpPr>
        <dsp:cNvPr id="0" name=""/>
        <dsp:cNvSpPr/>
      </dsp:nvSpPr>
      <dsp:spPr>
        <a:xfrm>
          <a:off x="355137" y="2463003"/>
          <a:ext cx="4436051" cy="393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74" tIns="41674" rIns="41674" bIns="4167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Visualização bidirecional (Cliente → Veículos | Veículo → Clientes)</a:t>
          </a:r>
        </a:p>
      </dsp:txBody>
      <dsp:txXfrm>
        <a:off x="355137" y="2463003"/>
        <a:ext cx="4436051" cy="393773"/>
      </dsp:txXfrm>
    </dsp:sp>
    <dsp:sp modelId="{B5633F60-D1F4-4E6A-9916-508858D7BA42}">
      <dsp:nvSpPr>
        <dsp:cNvPr id="0" name=""/>
        <dsp:cNvSpPr/>
      </dsp:nvSpPr>
      <dsp:spPr>
        <a:xfrm>
          <a:off x="0" y="2955219"/>
          <a:ext cx="4838958" cy="3073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10BF4-96C8-44C9-9AD4-284BA9F57946}">
      <dsp:nvSpPr>
        <dsp:cNvPr id="0" name=""/>
        <dsp:cNvSpPr/>
      </dsp:nvSpPr>
      <dsp:spPr>
        <a:xfrm>
          <a:off x="92968" y="3024370"/>
          <a:ext cx="169199" cy="16903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63698-063F-4BE0-860B-26B07B4F6702}">
      <dsp:nvSpPr>
        <dsp:cNvPr id="0" name=""/>
        <dsp:cNvSpPr/>
      </dsp:nvSpPr>
      <dsp:spPr>
        <a:xfrm>
          <a:off x="355137" y="2955219"/>
          <a:ext cx="4436051" cy="393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74" tIns="41674" rIns="41674" bIns="4167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DataProvider customizado para gestão de IDs compostos</a:t>
          </a:r>
        </a:p>
      </dsp:txBody>
      <dsp:txXfrm>
        <a:off x="355137" y="2955219"/>
        <a:ext cx="4436051" cy="393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661782"/>
            <a:ext cx="7475220" cy="21945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2902226"/>
            <a:ext cx="6575895" cy="1041124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280035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379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13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880181"/>
            <a:ext cx="7475220" cy="219456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3115890"/>
            <a:ext cx="6576822" cy="1022855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3015306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35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1543049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1543050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8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1501133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04111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499274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03949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0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5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88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822960"/>
            <a:ext cx="3909060" cy="34975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2631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8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802385"/>
            <a:ext cx="4574286" cy="360045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1602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3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4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743075" cy="4057650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571500"/>
            <a:ext cx="5572125" cy="405765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6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4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280035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278EA84-AA47-4E64-9AEA-745F57EAD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A3D311-5198-4AE1-A195-642105676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450" y="185166"/>
            <a:ext cx="8793480" cy="478345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482600" y="469331"/>
            <a:ext cx="4783222" cy="3943822"/>
          </a:xfrm>
          <a:prstGeom prst="rect">
            <a:avLst/>
          </a:prstGeom>
          <a:noFill/>
          <a:ln w="12700" cmpd="sng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rPr lang="en-US" sz="7200" b="1" cap="all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Car4Me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6162" y="469331"/>
            <a:ext cx="2543601" cy="3943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defRPr sz="2400">
                <a:solidFill>
                  <a:srgbClr val="FFFFFF"/>
                </a:solidFill>
              </a:defRPr>
            </a:pPr>
            <a:r>
              <a:rPr lang="en-US" sz="2100">
                <a:solidFill>
                  <a:schemeClr val="tx2"/>
                </a:solidFill>
              </a:rPr>
              <a:t>Sistema de Gestão de Rent-a-Car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054535-C006-4CBD-B555-2D26AE62C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0992" y="1371600"/>
            <a:ext cx="0" cy="24003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3931920"/>
            <a:ext cx="71401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rPr lang="pt-PT" sz="1400"/>
              <a:t>Apresentado por: [Nome Aluno 1] • [Nome Aluno 2] • [Nome Aluno 3]\n[Universidade] • [Data]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0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 useBgFill="1">
        <p:nvSpPr>
          <p:cNvPr id="30" name="Rectangle 22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16294" cy="51435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0756" y="655092"/>
            <a:ext cx="2454782" cy="391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2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Visão Geral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6310" y="655092"/>
            <a:ext cx="4515593" cy="391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/>
              <a:t> Sistema </a:t>
            </a:r>
            <a:r>
              <a:rPr lang="en-US" sz="1500" dirty="0" err="1"/>
              <a:t>completo</a:t>
            </a:r>
            <a:r>
              <a:rPr lang="en-US" sz="1500" dirty="0"/>
              <a:t> de </a:t>
            </a:r>
            <a:r>
              <a:rPr lang="en-US" sz="1500" dirty="0" err="1"/>
              <a:t>gestão</a:t>
            </a:r>
            <a:r>
              <a:rPr lang="en-US" sz="1500" dirty="0"/>
              <a:t> para </a:t>
            </a:r>
            <a:r>
              <a:rPr lang="en-US" sz="1500" dirty="0" err="1"/>
              <a:t>empresas</a:t>
            </a:r>
            <a:r>
              <a:rPr lang="en-US" sz="1500" dirty="0"/>
              <a:t> de rent-a-car</a:t>
            </a:r>
          </a:p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/>
              <a:t> Backoffice </a:t>
            </a:r>
            <a:r>
              <a:rPr lang="en-US" sz="1500" dirty="0" err="1"/>
              <a:t>administrativo</a:t>
            </a:r>
            <a:r>
              <a:rPr lang="en-US" sz="1500" dirty="0"/>
              <a:t> com React Admin</a:t>
            </a:r>
          </a:p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/>
              <a:t> API REST robusta com </a:t>
            </a:r>
            <a:r>
              <a:rPr lang="en-US" sz="1500" dirty="0" err="1"/>
              <a:t>LoopBack</a:t>
            </a:r>
            <a:r>
              <a:rPr lang="en-US" sz="1500" dirty="0"/>
              <a:t> 4</a:t>
            </a:r>
          </a:p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/>
              <a:t>Base de dados MySQL com 7 </a:t>
            </a:r>
            <a:r>
              <a:rPr lang="en-US" sz="1500" dirty="0" err="1"/>
              <a:t>tabelas</a:t>
            </a:r>
            <a:r>
              <a:rPr lang="en-US" sz="1500" dirty="0"/>
              <a:t> </a:t>
            </a:r>
            <a:r>
              <a:rPr lang="en-US" sz="1500" dirty="0" err="1"/>
              <a:t>relacionais</a:t>
            </a:r>
            <a:endParaRPr lang="en-US" sz="1500" dirty="0"/>
          </a:p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 err="1"/>
              <a:t>Containerização</a:t>
            </a:r>
            <a:r>
              <a:rPr lang="en-US" sz="1500" dirty="0"/>
              <a:t> completa com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062" y="-22860"/>
            <a:ext cx="9144000" cy="10058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Arquitetura do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8404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84048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376D"/>
                </a:solidFill>
              </a:defRPr>
            </a:pPr>
            <a:r>
              <a:rPr dirty="0"/>
              <a:t>Base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383280" cy="85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MySQL 8.0</a:t>
            </a:r>
            <a:r>
              <a:rPr lang="pt-PT" dirty="0"/>
              <a:t>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7 </a:t>
            </a:r>
            <a:r>
              <a:rPr dirty="0" err="1"/>
              <a:t>tabelas</a:t>
            </a:r>
            <a:r>
              <a:rPr dirty="0"/>
              <a:t> </a:t>
            </a:r>
            <a:r>
              <a:rPr dirty="0" err="1"/>
              <a:t>relacionais</a:t>
            </a:r>
            <a:r>
              <a:rPr lang="pt-PT" dirty="0"/>
              <a:t>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Triggers e constraints</a:t>
            </a:r>
            <a:r>
              <a:rPr lang="pt-PT" dirty="0"/>
              <a:t>;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38404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384048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80" y="15544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376D"/>
                </a:solidFill>
              </a:defRPr>
            </a:pPr>
            <a: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011680"/>
            <a:ext cx="3383280" cy="85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 err="1"/>
              <a:t>LoopBack</a:t>
            </a:r>
            <a:r>
              <a:rPr dirty="0"/>
              <a:t> 4 (Node.js)</a:t>
            </a:r>
            <a:r>
              <a:rPr lang="pt-PT" dirty="0"/>
              <a:t>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REST API completa</a:t>
            </a:r>
            <a:r>
              <a:rPr lang="pt-PT" dirty="0"/>
              <a:t>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 err="1"/>
              <a:t>Validações</a:t>
            </a:r>
            <a:r>
              <a:rPr dirty="0"/>
              <a:t> robustas</a:t>
            </a:r>
            <a:r>
              <a:rPr lang="pt-PT" dirty="0"/>
              <a:t>;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38404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384048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376D"/>
                </a:solidFill>
              </a:defRPr>
            </a:pPr>
            <a: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49039"/>
            <a:ext cx="3383280" cy="85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React Admin</a:t>
            </a:r>
            <a:r>
              <a:rPr lang="pt-PT" dirty="0"/>
              <a:t>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Interface moderna</a:t>
            </a:r>
            <a:r>
              <a:rPr lang="pt-PT" dirty="0"/>
              <a:t>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lang="pt-PT" dirty="0"/>
              <a:t>Material-UI e i18n Português;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108960"/>
            <a:ext cx="38404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4880" y="3108960"/>
            <a:ext cx="384048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32918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376D"/>
                </a:solidFill>
              </a:defRPr>
            </a:pPr>
            <a:r>
              <a:t>Containerização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749039"/>
            <a:ext cx="3383280" cy="85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Docker &amp; Compose</a:t>
            </a:r>
            <a:r>
              <a:rPr lang="pt-PT" dirty="0"/>
              <a:t> com três containers;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lang="pt-PT" dirty="0"/>
              <a:t> Isolados;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lang="pt-PT" dirty="0"/>
              <a:t>Simplificado e Portabilidade total;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5">
            <a:extLst>
              <a:ext uri="{FF2B5EF4-FFF2-40B4-BE49-F238E27FC236}">
                <a16:creationId xmlns:a16="http://schemas.microsoft.com/office/drawing/2014/main" id="{7EB3C453-B485-4F07-841B-918D40331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489858" y="457199"/>
            <a:ext cx="2523284" cy="42046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Modelo de Dados</a:t>
            </a:r>
          </a:p>
        </p:txBody>
      </p:sp>
      <p:graphicFrame>
        <p:nvGraphicFramePr>
          <p:cNvPr id="29" name="TextBox 4">
            <a:extLst>
              <a:ext uri="{FF2B5EF4-FFF2-40B4-BE49-F238E27FC236}">
                <a16:creationId xmlns:a16="http://schemas.microsoft.com/office/drawing/2014/main" id="{86E3E12C-77D5-5179-0CD3-3F160EB425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500921"/>
              </p:ext>
            </p:extLst>
          </p:nvPr>
        </p:nvGraphicFramePr>
        <p:xfrm>
          <a:off x="3408758" y="899893"/>
          <a:ext cx="5245383" cy="3350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ABE273-A57A-4523-99C5-F4D7F4511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A15CF5-392D-404A-8095-DD2085F2F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496391" y="522514"/>
            <a:ext cx="2677883" cy="4049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2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Funcionalidades CRUD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0F74E7-7AA9-4171-BCD1-C325B7632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490381" y="1541119"/>
            <a:ext cx="0" cy="2057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06488" y="457200"/>
            <a:ext cx="4769272" cy="411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b="1" dirty="0">
                <a:solidFill>
                  <a:srgbClr val="FFFFFF"/>
                </a:solidFill>
              </a:rPr>
              <a:t>Create</a:t>
            </a:r>
            <a:r>
              <a:rPr lang="en-US" sz="1500" dirty="0">
                <a:solidFill>
                  <a:srgbClr val="FFFFFF"/>
                </a:solidFill>
              </a:rPr>
              <a:t> - </a:t>
            </a:r>
            <a:r>
              <a:rPr lang="en-US" sz="1500" dirty="0" err="1">
                <a:solidFill>
                  <a:srgbClr val="FFFFFF"/>
                </a:solidFill>
              </a:rPr>
              <a:t>Formulários</a:t>
            </a:r>
            <a:r>
              <a:rPr lang="en-US" sz="1500" dirty="0">
                <a:solidFill>
                  <a:srgbClr val="FFFFFF"/>
                </a:solidFill>
              </a:rPr>
              <a:t> com </a:t>
            </a:r>
            <a:r>
              <a:rPr lang="en-US" sz="1500" dirty="0" err="1">
                <a:solidFill>
                  <a:srgbClr val="FFFFFF"/>
                </a:solidFill>
              </a:rPr>
              <a:t>validações</a:t>
            </a:r>
            <a:r>
              <a:rPr lang="en-US" sz="1500" dirty="0">
                <a:solidFill>
                  <a:srgbClr val="FFFFFF"/>
                </a:solidFill>
              </a:rPr>
              <a:t> (NIF 9 </a:t>
            </a:r>
            <a:r>
              <a:rPr lang="en-US" sz="1500" dirty="0" err="1">
                <a:solidFill>
                  <a:srgbClr val="FFFFFF"/>
                </a:solidFill>
              </a:rPr>
              <a:t>dígitos</a:t>
            </a:r>
            <a:r>
              <a:rPr lang="en-US" sz="1500" dirty="0">
                <a:solidFill>
                  <a:srgbClr val="FFFFFF"/>
                </a:solidFill>
              </a:rPr>
              <a:t>, email, </a:t>
            </a:r>
            <a:r>
              <a:rPr lang="en-US" sz="1500" dirty="0" err="1">
                <a:solidFill>
                  <a:srgbClr val="FFFFFF"/>
                </a:solidFill>
              </a:rPr>
              <a:t>telefone</a:t>
            </a:r>
            <a:r>
              <a:rPr lang="en-US" sz="1500" dirty="0">
                <a:solidFill>
                  <a:srgbClr val="FFFFFF"/>
                </a:solidFill>
              </a:rPr>
              <a:t>)</a:t>
            </a:r>
          </a:p>
          <a:p>
            <a:pPr indent="-182880" algn="ctr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b="1" dirty="0">
                <a:solidFill>
                  <a:srgbClr val="FFFFFF"/>
                </a:solidFill>
              </a:rPr>
              <a:t>Read</a:t>
            </a:r>
            <a:r>
              <a:rPr lang="en-US" sz="1500" dirty="0">
                <a:solidFill>
                  <a:srgbClr val="FFFFFF"/>
                </a:solidFill>
              </a:rPr>
              <a:t> - </a:t>
            </a:r>
            <a:r>
              <a:rPr lang="en-US" sz="1500" dirty="0" err="1">
                <a:solidFill>
                  <a:srgbClr val="FFFFFF"/>
                </a:solidFill>
              </a:rPr>
              <a:t>Listagens</a:t>
            </a:r>
            <a:r>
              <a:rPr lang="en-US" sz="1500" dirty="0">
                <a:solidFill>
                  <a:srgbClr val="FFFFFF"/>
                </a:solidFill>
              </a:rPr>
              <a:t> com </a:t>
            </a:r>
            <a:r>
              <a:rPr lang="en-US" sz="1500" dirty="0" err="1">
                <a:solidFill>
                  <a:srgbClr val="FFFFFF"/>
                </a:solidFill>
              </a:rPr>
              <a:t>filtros</a:t>
            </a:r>
            <a:r>
              <a:rPr lang="en-US" sz="1500" dirty="0">
                <a:solidFill>
                  <a:srgbClr val="FFFFFF"/>
                </a:solidFill>
              </a:rPr>
              <a:t>, </a:t>
            </a:r>
            <a:r>
              <a:rPr lang="en-US" sz="1500" dirty="0" err="1">
                <a:solidFill>
                  <a:srgbClr val="FFFFFF"/>
                </a:solidFill>
              </a:rPr>
              <a:t>ordenação</a:t>
            </a:r>
            <a:r>
              <a:rPr lang="en-US" sz="1500" dirty="0">
                <a:solidFill>
                  <a:srgbClr val="FFFFFF"/>
                </a:solidFill>
              </a:rPr>
              <a:t> e </a:t>
            </a:r>
            <a:r>
              <a:rPr lang="en-US" sz="1500" dirty="0" err="1">
                <a:solidFill>
                  <a:srgbClr val="FFFFFF"/>
                </a:solidFill>
              </a:rPr>
              <a:t>paginação</a:t>
            </a:r>
            <a:endParaRPr lang="en-US" sz="1500" dirty="0">
              <a:solidFill>
                <a:srgbClr val="FFFFFF"/>
              </a:solidFill>
            </a:endParaRPr>
          </a:p>
          <a:p>
            <a:pPr indent="-182880" algn="ctr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b="1" dirty="0">
                <a:solidFill>
                  <a:srgbClr val="FFFFFF"/>
                </a:solidFill>
              </a:rPr>
              <a:t>Update</a:t>
            </a:r>
            <a:r>
              <a:rPr lang="en-US" sz="1500" dirty="0">
                <a:solidFill>
                  <a:srgbClr val="FFFFFF"/>
                </a:solidFill>
              </a:rPr>
              <a:t> - </a:t>
            </a:r>
            <a:r>
              <a:rPr lang="en-US" sz="1500" dirty="0" err="1">
                <a:solidFill>
                  <a:srgbClr val="FFFFFF"/>
                </a:solidFill>
              </a:rPr>
              <a:t>Edição</a:t>
            </a:r>
            <a:r>
              <a:rPr lang="en-US" sz="1500" dirty="0">
                <a:solidFill>
                  <a:srgbClr val="FFFFFF"/>
                </a:solidFill>
              </a:rPr>
              <a:t> com </a:t>
            </a:r>
            <a:r>
              <a:rPr lang="en-US" sz="1500" dirty="0" err="1">
                <a:solidFill>
                  <a:srgbClr val="FFFFFF"/>
                </a:solidFill>
              </a:rPr>
              <a:t>transformação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automática</a:t>
            </a:r>
            <a:r>
              <a:rPr lang="en-US" sz="1500" dirty="0">
                <a:solidFill>
                  <a:srgbClr val="FFFFFF"/>
                </a:solidFill>
              </a:rPr>
              <a:t> de dados</a:t>
            </a:r>
          </a:p>
          <a:p>
            <a:pPr indent="-182880" algn="ctr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b="1" dirty="0">
                <a:solidFill>
                  <a:srgbClr val="FFFFFF"/>
                </a:solidFill>
              </a:rPr>
              <a:t>Delete</a:t>
            </a:r>
            <a:r>
              <a:rPr lang="en-US" sz="1500" dirty="0">
                <a:solidFill>
                  <a:srgbClr val="FFFFFF"/>
                </a:solidFill>
              </a:rPr>
              <a:t> – </a:t>
            </a:r>
            <a:r>
              <a:rPr lang="en-US" sz="1500" dirty="0" err="1">
                <a:solidFill>
                  <a:srgbClr val="FFFFFF"/>
                </a:solidFill>
              </a:rPr>
              <a:t>Remoção</a:t>
            </a:r>
            <a:r>
              <a:rPr lang="en-US" sz="1500" dirty="0">
                <a:solidFill>
                  <a:srgbClr val="FFFFFF"/>
                </a:solidFill>
              </a:rPr>
              <a:t> com </a:t>
            </a:r>
            <a:r>
              <a:rPr lang="en-US" sz="1500" dirty="0" err="1">
                <a:solidFill>
                  <a:srgbClr val="FFFFFF"/>
                </a:solidFill>
              </a:rPr>
              <a:t>confirmação</a:t>
            </a:r>
            <a:r>
              <a:rPr lang="en-US" sz="1500" dirty="0">
                <a:solidFill>
                  <a:srgbClr val="FFFFFF"/>
                </a:solidFill>
              </a:rPr>
              <a:t> e CASCADE</a:t>
            </a:r>
          </a:p>
          <a:p>
            <a:pPr indent="-182880" algn="ctr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b="1" dirty="0">
                <a:solidFill>
                  <a:srgbClr val="FFFFFF"/>
                </a:solidFill>
              </a:rPr>
              <a:t>Dashboard com </a:t>
            </a:r>
            <a:r>
              <a:rPr lang="en-US" sz="1500" b="1" dirty="0" err="1">
                <a:solidFill>
                  <a:srgbClr val="FFFFFF"/>
                </a:solidFill>
              </a:rPr>
              <a:t>estatísticas</a:t>
            </a:r>
            <a:r>
              <a:rPr lang="en-US" sz="1500" b="1" dirty="0">
                <a:solidFill>
                  <a:srgbClr val="FFFFFF"/>
                </a:solidFill>
              </a:rPr>
              <a:t> </a:t>
            </a:r>
            <a:r>
              <a:rPr lang="en-US" sz="1500" b="1" dirty="0" err="1">
                <a:solidFill>
                  <a:srgbClr val="FFFFFF"/>
                </a:solidFill>
              </a:rPr>
              <a:t>em</a:t>
            </a:r>
            <a:r>
              <a:rPr lang="en-US" sz="1500" b="1" dirty="0">
                <a:solidFill>
                  <a:srgbClr val="FFFFFF"/>
                </a:solidFill>
              </a:rPr>
              <a:t> tempo real</a:t>
            </a:r>
          </a:p>
          <a:p>
            <a:pPr indent="-182880" algn="ctr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b="1" dirty="0" err="1">
                <a:solidFill>
                  <a:srgbClr val="FFFFFF"/>
                </a:solidFill>
              </a:rPr>
              <a:t>Relações</a:t>
            </a:r>
            <a:r>
              <a:rPr lang="en-US" sz="1500" b="1" dirty="0">
                <a:solidFill>
                  <a:srgbClr val="FFFFFF"/>
                </a:solidFill>
              </a:rPr>
              <a:t> </a:t>
            </a:r>
            <a:r>
              <a:rPr lang="en-US" sz="1500" b="1" dirty="0" err="1">
                <a:solidFill>
                  <a:srgbClr val="FFFFFF"/>
                </a:solidFill>
              </a:rPr>
              <a:t>visíveis</a:t>
            </a:r>
            <a:r>
              <a:rPr lang="en-US" sz="1500" b="1" dirty="0">
                <a:solidFill>
                  <a:srgbClr val="FFFFFF"/>
                </a:solidFill>
              </a:rPr>
              <a:t> (</a:t>
            </a:r>
            <a:r>
              <a:rPr lang="en-US" sz="1500" b="1" dirty="0" err="1">
                <a:solidFill>
                  <a:srgbClr val="FFFFFF"/>
                </a:solidFill>
              </a:rPr>
              <a:t>históricos</a:t>
            </a:r>
            <a:r>
              <a:rPr lang="en-US" sz="1500" b="1" dirty="0">
                <a:solidFill>
                  <a:srgbClr val="FFFFFF"/>
                </a:solidFill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</a:rPr>
              <a:t>reservas</a:t>
            </a:r>
            <a:r>
              <a:rPr lang="en-US" sz="1500" b="1" dirty="0">
                <a:solidFill>
                  <a:srgbClr val="FFFFFF"/>
                </a:solidFill>
              </a:rPr>
              <a:t> e </a:t>
            </a:r>
            <a:r>
              <a:rPr lang="en-US" sz="1500" b="1" dirty="0" err="1">
                <a:solidFill>
                  <a:srgbClr val="FFFFFF"/>
                </a:solidFill>
              </a:rPr>
              <a:t>manutenções</a:t>
            </a:r>
            <a:r>
              <a:rPr lang="en-US" sz="1500" b="1" dirty="0">
                <a:solidFill>
                  <a:srgbClr val="FFFFFF"/>
                </a:solidFill>
              </a:rPr>
              <a:t>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B3C453-B485-4F07-841B-918D40331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489858" y="457199"/>
            <a:ext cx="2523284" cy="42046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Relação Many-to-Many - Sistema de Favoritos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58970C76-8A11-009E-DE3C-639B77C90B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1581384"/>
              </p:ext>
            </p:extLst>
          </p:nvPr>
        </p:nvGraphicFramePr>
        <p:xfrm>
          <a:off x="3408759" y="899893"/>
          <a:ext cx="4838958" cy="3350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Containerização com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8404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84048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376D"/>
                </a:solidFill>
              </a:defRPr>
            </a:pPr>
            <a:r>
              <a:rPr dirty="0"/>
              <a:t>Container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383280" cy="85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Porta 3307</a:t>
            </a:r>
            <a:r>
              <a:rPr lang="pt-PT" dirty="0"/>
              <a:t> + </a:t>
            </a:r>
            <a:r>
              <a:rPr dirty="0"/>
              <a:t>Volume </a:t>
            </a:r>
            <a:r>
              <a:rPr dirty="0" err="1"/>
              <a:t>persistente</a:t>
            </a:r>
            <a:r>
              <a:rPr lang="pt-PT" dirty="0"/>
              <a:t>; 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 err="1"/>
              <a:t>Healthcheck</a:t>
            </a:r>
            <a:r>
              <a:rPr dirty="0"/>
              <a:t> </a:t>
            </a:r>
            <a:r>
              <a:rPr dirty="0" err="1"/>
              <a:t>automático</a:t>
            </a:r>
            <a:r>
              <a:rPr lang="pt-PT" dirty="0"/>
              <a:t>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Scripts de </a:t>
            </a:r>
            <a:r>
              <a:rPr dirty="0" err="1"/>
              <a:t>inicialização</a:t>
            </a:r>
            <a:r>
              <a:rPr lang="pt-PT" dirty="0"/>
              <a:t>;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38404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384048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80" y="15544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376D"/>
                </a:solidFill>
              </a:defRPr>
            </a:pPr>
            <a:r>
              <a:t>Container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011680"/>
            <a:ext cx="3383280" cy="85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Porta 3000</a:t>
            </a:r>
            <a:r>
              <a:rPr lang="pt-PT" dirty="0"/>
              <a:t>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Node.js 18 Alpine</a:t>
            </a:r>
            <a:r>
              <a:rPr lang="pt-PT" dirty="0"/>
              <a:t>;</a:t>
            </a:r>
          </a:p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Build </a:t>
            </a:r>
            <a:r>
              <a:rPr dirty="0" err="1"/>
              <a:t>otimizado</a:t>
            </a:r>
            <a:r>
              <a:rPr lang="pt-PT" dirty="0"/>
              <a:t> e</a:t>
            </a:r>
            <a:r>
              <a:rPr dirty="0" err="1"/>
              <a:t>Aguarda</a:t>
            </a:r>
            <a:r>
              <a:rPr dirty="0"/>
              <a:t> MySQL healthy</a:t>
            </a:r>
            <a:r>
              <a:rPr lang="pt-PT" dirty="0"/>
              <a:t>;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38404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384048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376D"/>
                </a:solidFill>
              </a:defRPr>
            </a:pPr>
            <a:r>
              <a:t>Container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49039"/>
            <a:ext cx="3383280" cy="592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Porta 3006</a:t>
            </a:r>
            <a:r>
              <a:rPr lang="pt-PT" dirty="0"/>
              <a:t> </a:t>
            </a:r>
            <a:r>
              <a:rPr dirty="0"/>
              <a:t>Node 20 + Nginx</a:t>
            </a:r>
            <a:r>
              <a:rPr lang="pt-PT" dirty="0"/>
              <a:t> </a:t>
            </a:r>
            <a:r>
              <a:rPr dirty="0"/>
              <a:t>Multi-stage</a:t>
            </a:r>
            <a:r>
              <a:rPr lang="pt-PT" dirty="0"/>
              <a:t>;</a:t>
            </a:r>
            <a:r>
              <a:rPr dirty="0"/>
              <a:t> build</a:t>
            </a:r>
            <a:r>
              <a:rPr lang="pt-PT" dirty="0"/>
              <a:t> </a:t>
            </a:r>
            <a:r>
              <a:rPr dirty="0" err="1"/>
              <a:t>Servido</a:t>
            </a:r>
            <a:r>
              <a:rPr dirty="0"/>
              <a:t> via Nginx</a:t>
            </a:r>
            <a:r>
              <a:rPr lang="pt-PT" dirty="0"/>
              <a:t>;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4754880" y="3108960"/>
            <a:ext cx="38404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4880" y="3108960"/>
            <a:ext cx="384048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32918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376D"/>
                </a:solidFill>
              </a:defRPr>
            </a:pPr>
            <a:r>
              <a:t>Deploy Simplificado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749039"/>
            <a:ext cx="3383280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6C757D"/>
                </a:solidFill>
              </a:defRPr>
            </a:pPr>
            <a:r>
              <a:rPr dirty="0"/>
              <a:t>docker-compose up </a:t>
            </a:r>
            <a:r>
              <a:rPr lang="pt-PT" dirty="0"/>
              <a:t>–</a:t>
            </a:r>
            <a:r>
              <a:rPr dirty="0"/>
              <a:t>d</a:t>
            </a:r>
            <a:r>
              <a:rPr lang="pt-PT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12ABE273-A57A-4523-99C5-F4D7F4511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21A15CF5-392D-404A-8095-DD2085F2F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496391" y="522514"/>
            <a:ext cx="2677883" cy="4049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2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Stack Tecnológico</a:t>
            </a:r>
          </a:p>
        </p:txBody>
      </p: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3D0F74E7-7AA9-4171-BCD1-C325B7632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490381" y="1541119"/>
            <a:ext cx="0" cy="2057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06488" y="457200"/>
            <a:ext cx="4769272" cy="411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>
                <a:solidFill>
                  <a:srgbClr val="FFFFFF"/>
                </a:solidFill>
              </a:rPr>
              <a:t>• Backend: Node.js 18, </a:t>
            </a:r>
            <a:r>
              <a:rPr lang="en-US" sz="1500" dirty="0" err="1">
                <a:solidFill>
                  <a:srgbClr val="FFFFFF"/>
                </a:solidFill>
              </a:rPr>
              <a:t>LoopBack</a:t>
            </a:r>
            <a:r>
              <a:rPr lang="en-US" sz="1500" dirty="0">
                <a:solidFill>
                  <a:srgbClr val="FFFFFF"/>
                </a:solidFill>
              </a:rPr>
              <a:t> 4, TypeScript, MySQL Connector</a:t>
            </a:r>
          </a:p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>
                <a:solidFill>
                  <a:srgbClr val="FFFFFF"/>
                </a:solidFill>
              </a:rPr>
              <a:t>• Frontend: React 18, React Admin, Material-UI, i18n (</a:t>
            </a:r>
            <a:r>
              <a:rPr lang="en-US" sz="1500" dirty="0" err="1">
                <a:solidFill>
                  <a:srgbClr val="FFFFFF"/>
                </a:solidFill>
              </a:rPr>
              <a:t>Português</a:t>
            </a:r>
            <a:r>
              <a:rPr lang="en-US" sz="1500" dirty="0">
                <a:solidFill>
                  <a:srgbClr val="FFFFFF"/>
                </a:solidFill>
              </a:rPr>
              <a:t>)</a:t>
            </a:r>
          </a:p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>
                <a:solidFill>
                  <a:srgbClr val="FFFFFF"/>
                </a:solidFill>
              </a:rPr>
              <a:t>• Base de Dados: MySQL 8.0, </a:t>
            </a:r>
            <a:r>
              <a:rPr lang="en-US" sz="1500" dirty="0" err="1">
                <a:solidFill>
                  <a:srgbClr val="FFFFFF"/>
                </a:solidFill>
              </a:rPr>
              <a:t>InnoDB</a:t>
            </a:r>
            <a:r>
              <a:rPr lang="en-US" sz="1500" dirty="0">
                <a:solidFill>
                  <a:srgbClr val="FFFFFF"/>
                </a:solidFill>
              </a:rPr>
              <a:t>, Triggers, Foreign Keys CASCADE</a:t>
            </a:r>
          </a:p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>
                <a:solidFill>
                  <a:srgbClr val="FFFFFF"/>
                </a:solidFill>
              </a:rPr>
              <a:t>• DevOps: Docker, Docker Compose, Nginx</a:t>
            </a:r>
          </a:p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>
                <a:solidFill>
                  <a:srgbClr val="FFFFFF"/>
                </a:solidFill>
              </a:rPr>
              <a:t>• </a:t>
            </a:r>
            <a:r>
              <a:rPr lang="en-US" sz="1500" dirty="0" err="1">
                <a:solidFill>
                  <a:srgbClr val="FFFFFF"/>
                </a:solidFill>
              </a:rPr>
              <a:t>Desenvolvimento</a:t>
            </a:r>
            <a:r>
              <a:rPr lang="en-US" sz="1500" dirty="0">
                <a:solidFill>
                  <a:srgbClr val="FFFFFF"/>
                </a:solidFill>
              </a:rPr>
              <a:t>: Git, Visual Studio Code, Postman, MySQL Workbench</a:t>
            </a:r>
          </a:p>
          <a:p>
            <a:pPr indent="-182880" defTabSz="914400">
              <a:lnSpc>
                <a:spcPct val="90000"/>
              </a:lnSpc>
              <a:spcAft>
                <a:spcPts val="1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>
                <a:solidFill>
                  <a:srgbClr val="212529"/>
                </a:solidFill>
              </a:defRPr>
            </a:pPr>
            <a:r>
              <a:rPr lang="en-US" sz="1500" dirty="0">
                <a:solidFill>
                  <a:srgbClr val="FFFFFF"/>
                </a:solidFill>
              </a:rPr>
              <a:t>• </a:t>
            </a:r>
            <a:r>
              <a:rPr lang="en-US" sz="1500" dirty="0" err="1">
                <a:solidFill>
                  <a:srgbClr val="FFFFFF"/>
                </a:solidFill>
              </a:rPr>
              <a:t>Qualidade</a:t>
            </a:r>
            <a:r>
              <a:rPr lang="en-US" sz="1500" dirty="0">
                <a:solidFill>
                  <a:srgbClr val="FFFFFF"/>
                </a:solidFill>
              </a:rPr>
              <a:t>: </a:t>
            </a:r>
            <a:r>
              <a:rPr lang="en-US" sz="1500" dirty="0" err="1">
                <a:solidFill>
                  <a:srgbClr val="FFFFFF"/>
                </a:solidFill>
              </a:rPr>
              <a:t>Validações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automáticas</a:t>
            </a:r>
            <a:r>
              <a:rPr lang="en-US" sz="1500" dirty="0">
                <a:solidFill>
                  <a:srgbClr val="FFFFFF"/>
                </a:solidFill>
              </a:rPr>
              <a:t>, Error handling, Logging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280035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0513689-D00A-4D15-B8A3-AA50EC4B2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182880"/>
            <a:ext cx="8793480" cy="4783454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1331925" y="478172"/>
            <a:ext cx="6480150" cy="23027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000" b="1" cap="all" dirty="0">
                <a:latin typeface="+mj-lt"/>
                <a:ea typeface="+mj-ea"/>
                <a:cs typeface="+mj-cs"/>
              </a:rPr>
              <a:t>Hands on…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Base</Template>
  <TotalTime>20</TotalTime>
  <Words>450</Words>
  <Application>Microsoft Office PowerPoint</Application>
  <PresentationFormat>Apresentação no Ecrã (16:9)</PresentationFormat>
  <Paragraphs>70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1" baseType="lpstr">
      <vt:lpstr>Corbel</vt:lpstr>
      <vt:lpstr>Base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Marcelo Fernando Costa Pinto</cp:lastModifiedBy>
  <cp:revision>3</cp:revision>
  <dcterms:created xsi:type="dcterms:W3CDTF">2013-01-27T09:14:16Z</dcterms:created>
  <dcterms:modified xsi:type="dcterms:W3CDTF">2026-01-03T15:50:50Z</dcterms:modified>
  <cp:category/>
</cp:coreProperties>
</file>